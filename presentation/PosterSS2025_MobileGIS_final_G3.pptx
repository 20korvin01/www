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
  </p:notesMasterIdLst>
  <p:handoutMasterIdLst>
    <p:handoutMasterId r:id="rId6"/>
  </p:handoutMasterIdLst>
  <p:sldIdLst>
    <p:sldId id="261" r:id="rId3"/>
    <p:sldId id="260" r:id="rId4"/>
  </p:sldIdLst>
  <p:sldSz cx="6858000" cy="9906000" type="A4"/>
  <p:notesSz cx="7104063" cy="10234613"/>
  <p:defaultTextStyle>
    <a:defPPr>
      <a:defRPr lang="de-DE"/>
    </a:defPPr>
    <a:lvl1pPr algn="l" rtl="0" fontAlgn="base">
      <a:spcBef>
        <a:spcPct val="0"/>
      </a:spcBef>
      <a:spcAft>
        <a:spcPct val="0"/>
      </a:spcAft>
      <a:defRPr sz="917" kern="1200">
        <a:solidFill>
          <a:schemeClr val="tx1"/>
        </a:solidFill>
        <a:latin typeface="Arial" charset="0"/>
        <a:ea typeface="+mn-ea"/>
        <a:cs typeface="+mn-cs"/>
      </a:defRPr>
    </a:lvl1pPr>
    <a:lvl2pPr marL="104836" algn="l" rtl="0" fontAlgn="base">
      <a:spcBef>
        <a:spcPct val="0"/>
      </a:spcBef>
      <a:spcAft>
        <a:spcPct val="0"/>
      </a:spcAft>
      <a:defRPr sz="917" kern="1200">
        <a:solidFill>
          <a:schemeClr val="tx1"/>
        </a:solidFill>
        <a:latin typeface="Arial" charset="0"/>
        <a:ea typeface="+mn-ea"/>
        <a:cs typeface="+mn-cs"/>
      </a:defRPr>
    </a:lvl2pPr>
    <a:lvl3pPr marL="209672" algn="l" rtl="0" fontAlgn="base">
      <a:spcBef>
        <a:spcPct val="0"/>
      </a:spcBef>
      <a:spcAft>
        <a:spcPct val="0"/>
      </a:spcAft>
      <a:defRPr sz="917" kern="1200">
        <a:solidFill>
          <a:schemeClr val="tx1"/>
        </a:solidFill>
        <a:latin typeface="Arial" charset="0"/>
        <a:ea typeface="+mn-ea"/>
        <a:cs typeface="+mn-cs"/>
      </a:defRPr>
    </a:lvl3pPr>
    <a:lvl4pPr marL="314508" algn="l" rtl="0" fontAlgn="base">
      <a:spcBef>
        <a:spcPct val="0"/>
      </a:spcBef>
      <a:spcAft>
        <a:spcPct val="0"/>
      </a:spcAft>
      <a:defRPr sz="917" kern="1200">
        <a:solidFill>
          <a:schemeClr val="tx1"/>
        </a:solidFill>
        <a:latin typeface="Arial" charset="0"/>
        <a:ea typeface="+mn-ea"/>
        <a:cs typeface="+mn-cs"/>
      </a:defRPr>
    </a:lvl4pPr>
    <a:lvl5pPr marL="419344" algn="l" rtl="0" fontAlgn="base">
      <a:spcBef>
        <a:spcPct val="0"/>
      </a:spcBef>
      <a:spcAft>
        <a:spcPct val="0"/>
      </a:spcAft>
      <a:defRPr sz="917" kern="1200">
        <a:solidFill>
          <a:schemeClr val="tx1"/>
        </a:solidFill>
        <a:latin typeface="Arial" charset="0"/>
        <a:ea typeface="+mn-ea"/>
        <a:cs typeface="+mn-cs"/>
      </a:defRPr>
    </a:lvl5pPr>
    <a:lvl6pPr marL="524180" algn="l" defTabSz="209672" rtl="0" eaLnBrk="1" latinLnBrk="0" hangingPunct="1">
      <a:defRPr sz="917" kern="1200">
        <a:solidFill>
          <a:schemeClr val="tx1"/>
        </a:solidFill>
        <a:latin typeface="Arial" charset="0"/>
        <a:ea typeface="+mn-ea"/>
        <a:cs typeface="+mn-cs"/>
      </a:defRPr>
    </a:lvl6pPr>
    <a:lvl7pPr marL="629016" algn="l" defTabSz="209672" rtl="0" eaLnBrk="1" latinLnBrk="0" hangingPunct="1">
      <a:defRPr sz="917" kern="1200">
        <a:solidFill>
          <a:schemeClr val="tx1"/>
        </a:solidFill>
        <a:latin typeface="Arial" charset="0"/>
        <a:ea typeface="+mn-ea"/>
        <a:cs typeface="+mn-cs"/>
      </a:defRPr>
    </a:lvl7pPr>
    <a:lvl8pPr marL="733852" algn="l" defTabSz="209672" rtl="0" eaLnBrk="1" latinLnBrk="0" hangingPunct="1">
      <a:defRPr sz="917" kern="1200">
        <a:solidFill>
          <a:schemeClr val="tx1"/>
        </a:solidFill>
        <a:latin typeface="Arial" charset="0"/>
        <a:ea typeface="+mn-ea"/>
        <a:cs typeface="+mn-cs"/>
      </a:defRPr>
    </a:lvl8pPr>
    <a:lvl9pPr marL="838688" algn="l" defTabSz="209672" rtl="0" eaLnBrk="1" latinLnBrk="0" hangingPunct="1">
      <a:defRPr sz="917"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65" userDrawn="1">
          <p15:clr>
            <a:srgbClr val="A4A3A4"/>
          </p15:clr>
        </p15:guide>
        <p15:guide id="2" pos="225" userDrawn="1">
          <p15:clr>
            <a:srgbClr val="A4A3A4"/>
          </p15:clr>
        </p15:guide>
        <p15:guide id="3" pos="4095" userDrawn="1">
          <p15:clr>
            <a:srgbClr val="A4A3A4"/>
          </p15:clr>
        </p15:guide>
        <p15:guide id="4" pos="21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82"/>
    <a:srgbClr val="E9D7E7"/>
    <a:srgbClr val="4D4D4D"/>
    <a:srgbClr val="777777"/>
    <a:srgbClr val="5F5F5F"/>
    <a:srgbClr val="72727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65" autoAdjust="0"/>
    <p:restoredTop sz="94618" autoAdjust="0"/>
  </p:normalViewPr>
  <p:slideViewPr>
    <p:cSldViewPr snapToGrid="0">
      <p:cViewPr>
        <p:scale>
          <a:sx n="125" d="100"/>
          <a:sy n="125" d="100"/>
        </p:scale>
        <p:origin x="1262" y="-4104"/>
      </p:cViewPr>
      <p:guideLst>
        <p:guide orient="horz" pos="565"/>
        <p:guide pos="225"/>
        <p:guide pos="4095"/>
        <p:guide pos="2182"/>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57" d="100"/>
          <a:sy n="57" d="100"/>
        </p:scale>
        <p:origin x="3293"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21D3167-9272-D477-25C1-BEDC1F6126B8}"/>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GB"/>
          </a:p>
        </p:txBody>
      </p:sp>
      <p:sp>
        <p:nvSpPr>
          <p:cNvPr id="3" name="Datumsplatzhalter 2">
            <a:extLst>
              <a:ext uri="{FF2B5EF4-FFF2-40B4-BE49-F238E27FC236}">
                <a16:creationId xmlns:a16="http://schemas.microsoft.com/office/drawing/2014/main" id="{94B30682-8D93-C685-AEA3-69C3EA3E7354}"/>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5ADFE7E4-19D8-40FC-8A90-AA6A5944CDAD}" type="datetimeFigureOut">
              <a:rPr lang="en-GB" smtClean="0"/>
              <a:t>19/07/2025</a:t>
            </a:fld>
            <a:endParaRPr lang="en-GB"/>
          </a:p>
        </p:txBody>
      </p:sp>
      <p:sp>
        <p:nvSpPr>
          <p:cNvPr id="4" name="Fußzeilenplatzhalter 3">
            <a:extLst>
              <a:ext uri="{FF2B5EF4-FFF2-40B4-BE49-F238E27FC236}">
                <a16:creationId xmlns:a16="http://schemas.microsoft.com/office/drawing/2014/main" id="{9A66EA46-83CB-3B73-7C3E-936E82072E98}"/>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en-GB"/>
          </a:p>
        </p:txBody>
      </p:sp>
      <p:sp>
        <p:nvSpPr>
          <p:cNvPr id="5" name="Foliennummernplatzhalter 4">
            <a:extLst>
              <a:ext uri="{FF2B5EF4-FFF2-40B4-BE49-F238E27FC236}">
                <a16:creationId xmlns:a16="http://schemas.microsoft.com/office/drawing/2014/main" id="{BA2E5C26-90D4-D56D-20F6-AF22DBB60D0A}"/>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FAF37F99-5878-4C4F-95B4-12D555FB8BD6}" type="slidenum">
              <a:rPr lang="en-GB" smtClean="0"/>
              <a:t>‹Nr.›</a:t>
            </a:fld>
            <a:endParaRPr lang="en-GB"/>
          </a:p>
        </p:txBody>
      </p:sp>
    </p:spTree>
    <p:extLst>
      <p:ext uri="{BB962C8B-B14F-4D97-AF65-F5344CB8AC3E}">
        <p14:creationId xmlns:p14="http://schemas.microsoft.com/office/powerpoint/2010/main" val="1490402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1" y="1"/>
            <a:ext cx="3078639"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6" tIns="49518" rIns="99036" bIns="49518" numCol="1" anchor="t" anchorCtr="0" compatLnSpc="1">
            <a:prstTxWarp prst="textNoShape">
              <a:avLst/>
            </a:prstTxWarp>
          </a:bodyPr>
          <a:lstStyle>
            <a:lvl1pPr defTabSz="990600">
              <a:defRPr sz="1300"/>
            </a:lvl1pPr>
          </a:lstStyle>
          <a:p>
            <a:endParaRPr lang="de-DE" altLang="de-DE"/>
          </a:p>
        </p:txBody>
      </p:sp>
      <p:sp>
        <p:nvSpPr>
          <p:cNvPr id="9219" name="Rectangle 3"/>
          <p:cNvSpPr>
            <a:spLocks noGrp="1" noChangeArrowheads="1"/>
          </p:cNvSpPr>
          <p:nvPr>
            <p:ph type="dt" idx="1"/>
          </p:nvPr>
        </p:nvSpPr>
        <p:spPr bwMode="auto">
          <a:xfrm>
            <a:off x="4023836" y="1"/>
            <a:ext cx="3078639"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6" tIns="49518" rIns="99036" bIns="49518" numCol="1" anchor="t" anchorCtr="0" compatLnSpc="1">
            <a:prstTxWarp prst="textNoShape">
              <a:avLst/>
            </a:prstTxWarp>
          </a:bodyPr>
          <a:lstStyle>
            <a:lvl1pPr algn="r" defTabSz="990600">
              <a:defRPr sz="1300"/>
            </a:lvl1pPr>
          </a:lstStyle>
          <a:p>
            <a:endParaRPr lang="de-DE" altLang="de-DE"/>
          </a:p>
        </p:txBody>
      </p:sp>
      <p:sp>
        <p:nvSpPr>
          <p:cNvPr id="9220" name="Rectangle 4"/>
          <p:cNvSpPr>
            <a:spLocks noGrp="1" noRot="1" noChangeAspect="1" noChangeArrowheads="1" noTextEdit="1"/>
          </p:cNvSpPr>
          <p:nvPr>
            <p:ph type="sldImg" idx="2"/>
          </p:nvPr>
        </p:nvSpPr>
        <p:spPr bwMode="auto">
          <a:xfrm>
            <a:off x="2224088" y="768350"/>
            <a:ext cx="2655887" cy="38369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710090" y="4860925"/>
            <a:ext cx="5683886"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6" tIns="49518" rIns="99036" bIns="49518" numCol="1" anchor="t" anchorCtr="0" compatLnSpc="1">
            <a:prstTxWarp prst="textNoShape">
              <a:avLst/>
            </a:prstTxWarp>
          </a:bodyPr>
          <a:lstStyle/>
          <a:p>
            <a:pPr lvl="0"/>
            <a:r>
              <a:rPr lang="de-DE" altLang="de-DE"/>
              <a:t>Textmasterformate durch Klicken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9222" name="Rectangle 6"/>
          <p:cNvSpPr>
            <a:spLocks noGrp="1" noChangeArrowheads="1"/>
          </p:cNvSpPr>
          <p:nvPr>
            <p:ph type="ftr" sz="quarter" idx="4"/>
          </p:nvPr>
        </p:nvSpPr>
        <p:spPr bwMode="auto">
          <a:xfrm>
            <a:off x="1" y="9721851"/>
            <a:ext cx="3078639"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6" tIns="49518" rIns="99036" bIns="49518" numCol="1" anchor="b" anchorCtr="0" compatLnSpc="1">
            <a:prstTxWarp prst="textNoShape">
              <a:avLst/>
            </a:prstTxWarp>
          </a:bodyPr>
          <a:lstStyle>
            <a:lvl1pPr defTabSz="990600">
              <a:defRPr sz="1300"/>
            </a:lvl1pPr>
          </a:lstStyle>
          <a:p>
            <a:endParaRPr lang="de-DE" altLang="de-DE"/>
          </a:p>
        </p:txBody>
      </p:sp>
      <p:sp>
        <p:nvSpPr>
          <p:cNvPr id="9223" name="Rectangle 7"/>
          <p:cNvSpPr>
            <a:spLocks noGrp="1" noChangeArrowheads="1"/>
          </p:cNvSpPr>
          <p:nvPr>
            <p:ph type="sldNum" sz="quarter" idx="5"/>
          </p:nvPr>
        </p:nvSpPr>
        <p:spPr bwMode="auto">
          <a:xfrm>
            <a:off x="4023836" y="9721851"/>
            <a:ext cx="3078639"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36" tIns="49518" rIns="99036" bIns="49518" numCol="1" anchor="b" anchorCtr="0" compatLnSpc="1">
            <a:prstTxWarp prst="textNoShape">
              <a:avLst/>
            </a:prstTxWarp>
          </a:bodyPr>
          <a:lstStyle>
            <a:lvl1pPr algn="r" defTabSz="990600">
              <a:defRPr sz="1300"/>
            </a:lvl1pPr>
          </a:lstStyle>
          <a:p>
            <a:fld id="{AE3A2D3A-F7AE-49A0-BB73-09EAEA11F6BA}" type="slidenum">
              <a:rPr lang="de-DE" altLang="de-DE"/>
              <a:pPr/>
              <a:t>‹Nr.›</a:t>
            </a:fld>
            <a:endParaRPr lang="de-DE" altLang="de-DE"/>
          </a:p>
        </p:txBody>
      </p:sp>
    </p:spTree>
    <p:extLst>
      <p:ext uri="{BB962C8B-B14F-4D97-AF65-F5344CB8AC3E}">
        <p14:creationId xmlns:p14="http://schemas.microsoft.com/office/powerpoint/2010/main" val="183897621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275" kern="1200">
        <a:solidFill>
          <a:schemeClr val="tx1"/>
        </a:solidFill>
        <a:latin typeface="Arial" charset="0"/>
        <a:ea typeface="+mn-ea"/>
        <a:cs typeface="+mn-cs"/>
      </a:defRPr>
    </a:lvl1pPr>
    <a:lvl2pPr marL="104836" algn="l" rtl="0" fontAlgn="base">
      <a:spcBef>
        <a:spcPct val="30000"/>
      </a:spcBef>
      <a:spcAft>
        <a:spcPct val="0"/>
      </a:spcAft>
      <a:defRPr sz="275" kern="1200">
        <a:solidFill>
          <a:schemeClr val="tx1"/>
        </a:solidFill>
        <a:latin typeface="Arial" charset="0"/>
        <a:ea typeface="+mn-ea"/>
        <a:cs typeface="+mn-cs"/>
      </a:defRPr>
    </a:lvl2pPr>
    <a:lvl3pPr marL="209672" algn="l" rtl="0" fontAlgn="base">
      <a:spcBef>
        <a:spcPct val="30000"/>
      </a:spcBef>
      <a:spcAft>
        <a:spcPct val="0"/>
      </a:spcAft>
      <a:defRPr sz="275" kern="1200">
        <a:solidFill>
          <a:schemeClr val="tx1"/>
        </a:solidFill>
        <a:latin typeface="Arial" charset="0"/>
        <a:ea typeface="+mn-ea"/>
        <a:cs typeface="+mn-cs"/>
      </a:defRPr>
    </a:lvl3pPr>
    <a:lvl4pPr marL="314508" algn="l" rtl="0" fontAlgn="base">
      <a:spcBef>
        <a:spcPct val="30000"/>
      </a:spcBef>
      <a:spcAft>
        <a:spcPct val="0"/>
      </a:spcAft>
      <a:defRPr sz="275" kern="1200">
        <a:solidFill>
          <a:schemeClr val="tx1"/>
        </a:solidFill>
        <a:latin typeface="Arial" charset="0"/>
        <a:ea typeface="+mn-ea"/>
        <a:cs typeface="+mn-cs"/>
      </a:defRPr>
    </a:lvl4pPr>
    <a:lvl5pPr marL="419344" algn="l" rtl="0" fontAlgn="base">
      <a:spcBef>
        <a:spcPct val="30000"/>
      </a:spcBef>
      <a:spcAft>
        <a:spcPct val="0"/>
      </a:spcAft>
      <a:defRPr sz="275" kern="1200">
        <a:solidFill>
          <a:schemeClr val="tx1"/>
        </a:solidFill>
        <a:latin typeface="Arial" charset="0"/>
        <a:ea typeface="+mn-ea"/>
        <a:cs typeface="+mn-cs"/>
      </a:defRPr>
    </a:lvl5pPr>
    <a:lvl6pPr marL="524180" algn="l" defTabSz="209672" rtl="0" eaLnBrk="1" latinLnBrk="0" hangingPunct="1">
      <a:defRPr sz="275" kern="1200">
        <a:solidFill>
          <a:schemeClr val="tx1"/>
        </a:solidFill>
        <a:latin typeface="+mn-lt"/>
        <a:ea typeface="+mn-ea"/>
        <a:cs typeface="+mn-cs"/>
      </a:defRPr>
    </a:lvl6pPr>
    <a:lvl7pPr marL="629016" algn="l" defTabSz="209672" rtl="0" eaLnBrk="1" latinLnBrk="0" hangingPunct="1">
      <a:defRPr sz="275" kern="1200">
        <a:solidFill>
          <a:schemeClr val="tx1"/>
        </a:solidFill>
        <a:latin typeface="+mn-lt"/>
        <a:ea typeface="+mn-ea"/>
        <a:cs typeface="+mn-cs"/>
      </a:defRPr>
    </a:lvl7pPr>
    <a:lvl8pPr marL="733852" algn="l" defTabSz="209672" rtl="0" eaLnBrk="1" latinLnBrk="0" hangingPunct="1">
      <a:defRPr sz="275" kern="1200">
        <a:solidFill>
          <a:schemeClr val="tx1"/>
        </a:solidFill>
        <a:latin typeface="+mn-lt"/>
        <a:ea typeface="+mn-ea"/>
        <a:cs typeface="+mn-cs"/>
      </a:defRPr>
    </a:lvl8pPr>
    <a:lvl9pPr marL="838688" algn="l" defTabSz="209672" rtl="0" eaLnBrk="1" latinLnBrk="0" hangingPunct="1">
      <a:defRPr sz="27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514512" y="3077303"/>
            <a:ext cx="5828976" cy="2123292"/>
          </a:xfrm>
        </p:spPr>
        <p:txBody>
          <a:bodyPr/>
          <a:lstStyle/>
          <a:p>
            <a:r>
              <a:rPr lang="de-DE"/>
              <a:t>Titelmasterformat durch Klicken bearbeiten</a:t>
            </a:r>
          </a:p>
        </p:txBody>
      </p:sp>
      <p:sp>
        <p:nvSpPr>
          <p:cNvPr id="3" name="Untertitel 2"/>
          <p:cNvSpPr>
            <a:spLocks noGrp="1"/>
          </p:cNvSpPr>
          <p:nvPr>
            <p:ph type="subTitle" idx="1"/>
          </p:nvPr>
        </p:nvSpPr>
        <p:spPr>
          <a:xfrm>
            <a:off x="1028664" y="5613498"/>
            <a:ext cx="4800672" cy="2531419"/>
          </a:xfrm>
        </p:spPr>
        <p:txBody>
          <a:bodyPr/>
          <a:lstStyle>
            <a:lvl1pPr marL="0" indent="0" algn="ctr">
              <a:buNone/>
              <a:defRPr/>
            </a:lvl1pPr>
            <a:lvl2pPr marL="103556" indent="0" algn="ctr">
              <a:buNone/>
              <a:defRPr/>
            </a:lvl2pPr>
            <a:lvl3pPr marL="207112" indent="0" algn="ctr">
              <a:buNone/>
              <a:defRPr/>
            </a:lvl3pPr>
            <a:lvl4pPr marL="310667" indent="0" algn="ctr">
              <a:buNone/>
              <a:defRPr/>
            </a:lvl4pPr>
            <a:lvl5pPr marL="414223" indent="0" algn="ctr">
              <a:buNone/>
              <a:defRPr/>
            </a:lvl5pPr>
            <a:lvl6pPr marL="517779" indent="0" algn="ctr">
              <a:buNone/>
              <a:defRPr/>
            </a:lvl6pPr>
            <a:lvl7pPr marL="621335" indent="0" algn="ctr">
              <a:buNone/>
              <a:defRPr/>
            </a:lvl7pPr>
            <a:lvl8pPr marL="724891" indent="0" algn="ctr">
              <a:buNone/>
              <a:defRPr/>
            </a:lvl8pPr>
            <a:lvl9pPr marL="828446" indent="0" algn="ctr">
              <a:buNone/>
              <a:defRPr/>
            </a:lvl9pPr>
          </a:lstStyle>
          <a:p>
            <a:r>
              <a:rPr lang="de-DE"/>
              <a:t>Formatvorlage des Untertitelmasters durch Klicken bearbeiten</a:t>
            </a:r>
          </a:p>
        </p:txBody>
      </p:sp>
    </p:spTree>
    <p:extLst>
      <p:ext uri="{BB962C8B-B14F-4D97-AF65-F5344CB8AC3E}">
        <p14:creationId xmlns:p14="http://schemas.microsoft.com/office/powerpoint/2010/main" val="348233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542197" y="1764289"/>
            <a:ext cx="5789786" cy="666576"/>
          </a:xfrm>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51116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541838" y="6365466"/>
            <a:ext cx="5829336" cy="1967535"/>
          </a:xfrm>
        </p:spPr>
        <p:txBody>
          <a:bodyPr anchor="t"/>
          <a:lstStyle>
            <a:lvl1pPr algn="l">
              <a:defRPr sz="906" b="1" cap="all"/>
            </a:lvl1pPr>
          </a:lstStyle>
          <a:p>
            <a:r>
              <a:rPr lang="de-DE"/>
              <a:t>Titelmasterformat durch Klicken bearbeiten</a:t>
            </a:r>
          </a:p>
        </p:txBody>
      </p:sp>
      <p:sp>
        <p:nvSpPr>
          <p:cNvPr id="3" name="Textplatzhalter 2"/>
          <p:cNvSpPr>
            <a:spLocks noGrp="1"/>
          </p:cNvSpPr>
          <p:nvPr>
            <p:ph type="body" idx="1"/>
          </p:nvPr>
        </p:nvSpPr>
        <p:spPr>
          <a:xfrm>
            <a:off x="541838" y="4198460"/>
            <a:ext cx="5829336" cy="2167006"/>
          </a:xfrm>
        </p:spPr>
        <p:txBody>
          <a:bodyPr anchor="b"/>
          <a:lstStyle>
            <a:lvl1pPr marL="0" indent="0">
              <a:buNone/>
              <a:defRPr sz="453"/>
            </a:lvl1pPr>
            <a:lvl2pPr marL="103556" indent="0">
              <a:buNone/>
              <a:defRPr sz="408"/>
            </a:lvl2pPr>
            <a:lvl3pPr marL="207112" indent="0">
              <a:buNone/>
              <a:defRPr sz="362"/>
            </a:lvl3pPr>
            <a:lvl4pPr marL="310667" indent="0">
              <a:buNone/>
              <a:defRPr sz="317"/>
            </a:lvl4pPr>
            <a:lvl5pPr marL="414223" indent="0">
              <a:buNone/>
              <a:defRPr sz="317"/>
            </a:lvl5pPr>
            <a:lvl6pPr marL="517779" indent="0">
              <a:buNone/>
              <a:defRPr sz="317"/>
            </a:lvl6pPr>
            <a:lvl7pPr marL="621335" indent="0">
              <a:buNone/>
              <a:defRPr sz="317"/>
            </a:lvl7pPr>
            <a:lvl8pPr marL="724891" indent="0">
              <a:buNone/>
              <a:defRPr sz="317"/>
            </a:lvl8pPr>
            <a:lvl9pPr marL="828446" indent="0">
              <a:buNone/>
              <a:defRPr sz="317"/>
            </a:lvl9pPr>
          </a:lstStyle>
          <a:p>
            <a:pPr lvl="0"/>
            <a:r>
              <a:rPr lang="de-DE"/>
              <a:t>Textmasterformat bearbeiten</a:t>
            </a:r>
          </a:p>
        </p:txBody>
      </p:sp>
    </p:spTree>
    <p:extLst>
      <p:ext uri="{BB962C8B-B14F-4D97-AF65-F5344CB8AC3E}">
        <p14:creationId xmlns:p14="http://schemas.microsoft.com/office/powerpoint/2010/main" val="67426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542197" y="2769830"/>
            <a:ext cx="2886084" cy="1399977"/>
          </a:xfrm>
        </p:spPr>
        <p:txBody>
          <a:bodyPr/>
          <a:lstStyle>
            <a:lvl1pPr>
              <a:defRPr sz="634"/>
            </a:lvl1pPr>
            <a:lvl2pPr>
              <a:defRPr sz="544"/>
            </a:lvl2pPr>
            <a:lvl3pPr>
              <a:defRPr sz="453"/>
            </a:lvl3pPr>
            <a:lvl4pPr>
              <a:defRPr sz="408"/>
            </a:lvl4pPr>
            <a:lvl5pPr>
              <a:defRPr sz="408"/>
            </a:lvl5pPr>
            <a:lvl6pPr>
              <a:defRPr sz="408"/>
            </a:lvl6pPr>
            <a:lvl7pPr>
              <a:defRPr sz="408"/>
            </a:lvl7pPr>
            <a:lvl8pPr>
              <a:defRPr sz="408"/>
            </a:lvl8pPr>
            <a:lvl9pPr>
              <a:defRPr sz="408"/>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3462797" y="2769830"/>
            <a:ext cx="2886084" cy="1399977"/>
          </a:xfrm>
        </p:spPr>
        <p:txBody>
          <a:bodyPr/>
          <a:lstStyle>
            <a:lvl1pPr>
              <a:defRPr sz="634"/>
            </a:lvl1pPr>
            <a:lvl2pPr>
              <a:defRPr sz="544"/>
            </a:lvl2pPr>
            <a:lvl3pPr>
              <a:defRPr sz="453"/>
            </a:lvl3pPr>
            <a:lvl4pPr>
              <a:defRPr sz="408"/>
            </a:lvl4pPr>
            <a:lvl5pPr>
              <a:defRPr sz="408"/>
            </a:lvl5pPr>
            <a:lvl6pPr>
              <a:defRPr sz="408"/>
            </a:lvl6pPr>
            <a:lvl7pPr>
              <a:defRPr sz="408"/>
            </a:lvl7pPr>
            <a:lvl8pPr>
              <a:defRPr sz="408"/>
            </a:lvl8pPr>
            <a:lvl9pPr>
              <a:defRPr sz="408"/>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02652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343008" y="1498794"/>
            <a:ext cx="6171984" cy="1051360"/>
          </a:xfrm>
        </p:spPr>
        <p:txBody>
          <a:bodyPr/>
          <a:lstStyle>
            <a:lvl1pPr>
              <a:defRPr/>
            </a:lvl1pPr>
          </a:lstStyle>
          <a:p>
            <a:r>
              <a:rPr lang="de-DE" dirty="0"/>
              <a:t>Titelmasterformat durch Klicken bearbeiten</a:t>
            </a:r>
          </a:p>
        </p:txBody>
      </p:sp>
      <p:sp>
        <p:nvSpPr>
          <p:cNvPr id="3" name="Textplatzhalter 2"/>
          <p:cNvSpPr>
            <a:spLocks noGrp="1"/>
          </p:cNvSpPr>
          <p:nvPr>
            <p:ph type="body" idx="1"/>
          </p:nvPr>
        </p:nvSpPr>
        <p:spPr>
          <a:xfrm>
            <a:off x="343008" y="2619951"/>
            <a:ext cx="3029903" cy="924256"/>
          </a:xfrm>
        </p:spPr>
        <p:txBody>
          <a:bodyPr anchor="b"/>
          <a:lstStyle>
            <a:lvl1pPr marL="0" indent="0">
              <a:buNone/>
              <a:defRPr sz="544" b="1"/>
            </a:lvl1pPr>
            <a:lvl2pPr marL="103556" indent="0">
              <a:buNone/>
              <a:defRPr sz="453" b="1"/>
            </a:lvl2pPr>
            <a:lvl3pPr marL="207112" indent="0">
              <a:buNone/>
              <a:defRPr sz="408" b="1"/>
            </a:lvl3pPr>
            <a:lvl4pPr marL="310667" indent="0">
              <a:buNone/>
              <a:defRPr sz="362" b="1"/>
            </a:lvl4pPr>
            <a:lvl5pPr marL="414223" indent="0">
              <a:buNone/>
              <a:defRPr sz="362" b="1"/>
            </a:lvl5pPr>
            <a:lvl6pPr marL="517779" indent="0">
              <a:buNone/>
              <a:defRPr sz="362" b="1"/>
            </a:lvl6pPr>
            <a:lvl7pPr marL="621335" indent="0">
              <a:buNone/>
              <a:defRPr sz="362" b="1"/>
            </a:lvl7pPr>
            <a:lvl8pPr marL="724891" indent="0">
              <a:buNone/>
              <a:defRPr sz="362" b="1"/>
            </a:lvl8pPr>
            <a:lvl9pPr marL="828446" indent="0">
              <a:buNone/>
              <a:defRPr sz="362" b="1"/>
            </a:lvl9pPr>
          </a:lstStyle>
          <a:p>
            <a:pPr lvl="0"/>
            <a:r>
              <a:rPr lang="de-DE"/>
              <a:t>Textmasterformat bearbeiten</a:t>
            </a:r>
          </a:p>
        </p:txBody>
      </p:sp>
      <p:sp>
        <p:nvSpPr>
          <p:cNvPr id="4" name="Inhaltsplatzhalter 3"/>
          <p:cNvSpPr>
            <a:spLocks noGrp="1"/>
          </p:cNvSpPr>
          <p:nvPr>
            <p:ph sz="half" idx="2"/>
          </p:nvPr>
        </p:nvSpPr>
        <p:spPr>
          <a:xfrm>
            <a:off x="343008" y="3544207"/>
            <a:ext cx="3029903" cy="5304555"/>
          </a:xfrm>
        </p:spPr>
        <p:txBody>
          <a:bodyPr/>
          <a:lstStyle>
            <a:lvl1pPr>
              <a:defRPr sz="544"/>
            </a:lvl1pPr>
            <a:lvl2pPr>
              <a:defRPr sz="453"/>
            </a:lvl2pPr>
            <a:lvl3pPr>
              <a:defRPr sz="408"/>
            </a:lvl3pPr>
            <a:lvl4pPr>
              <a:defRPr sz="362"/>
            </a:lvl4pPr>
            <a:lvl5pPr>
              <a:defRPr sz="362"/>
            </a:lvl5pPr>
            <a:lvl6pPr>
              <a:defRPr sz="362"/>
            </a:lvl6pPr>
            <a:lvl7pPr>
              <a:defRPr sz="362"/>
            </a:lvl7pPr>
            <a:lvl8pPr>
              <a:defRPr sz="362"/>
            </a:lvl8pPr>
            <a:lvl9pPr>
              <a:defRPr sz="362"/>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3483651" y="2619951"/>
            <a:ext cx="3031341" cy="924256"/>
          </a:xfrm>
        </p:spPr>
        <p:txBody>
          <a:bodyPr anchor="b"/>
          <a:lstStyle>
            <a:lvl1pPr marL="0" indent="0">
              <a:buNone/>
              <a:defRPr sz="544" b="1"/>
            </a:lvl1pPr>
            <a:lvl2pPr marL="103556" indent="0">
              <a:buNone/>
              <a:defRPr sz="453" b="1"/>
            </a:lvl2pPr>
            <a:lvl3pPr marL="207112" indent="0">
              <a:buNone/>
              <a:defRPr sz="408" b="1"/>
            </a:lvl3pPr>
            <a:lvl4pPr marL="310667" indent="0">
              <a:buNone/>
              <a:defRPr sz="362" b="1"/>
            </a:lvl4pPr>
            <a:lvl5pPr marL="414223" indent="0">
              <a:buNone/>
              <a:defRPr sz="362" b="1"/>
            </a:lvl5pPr>
            <a:lvl6pPr marL="517779" indent="0">
              <a:buNone/>
              <a:defRPr sz="362" b="1"/>
            </a:lvl6pPr>
            <a:lvl7pPr marL="621335" indent="0">
              <a:buNone/>
              <a:defRPr sz="362" b="1"/>
            </a:lvl7pPr>
            <a:lvl8pPr marL="724891" indent="0">
              <a:buNone/>
              <a:defRPr sz="362" b="1"/>
            </a:lvl8pPr>
            <a:lvl9pPr marL="828446" indent="0">
              <a:buNone/>
              <a:defRPr sz="362" b="1"/>
            </a:lvl9pPr>
          </a:lstStyle>
          <a:p>
            <a:pPr lvl="0"/>
            <a:r>
              <a:rPr lang="de-DE"/>
              <a:t>Textmasterformat bearbeiten</a:t>
            </a:r>
          </a:p>
        </p:txBody>
      </p:sp>
      <p:sp>
        <p:nvSpPr>
          <p:cNvPr id="6" name="Inhaltsplatzhalter 5"/>
          <p:cNvSpPr>
            <a:spLocks noGrp="1"/>
          </p:cNvSpPr>
          <p:nvPr>
            <p:ph sz="quarter" idx="4"/>
          </p:nvPr>
        </p:nvSpPr>
        <p:spPr>
          <a:xfrm>
            <a:off x="3483651" y="3544207"/>
            <a:ext cx="3031341" cy="5304555"/>
          </a:xfrm>
        </p:spPr>
        <p:txBody>
          <a:bodyPr/>
          <a:lstStyle>
            <a:lvl1pPr>
              <a:defRPr sz="544"/>
            </a:lvl1pPr>
            <a:lvl2pPr>
              <a:defRPr sz="453"/>
            </a:lvl2pPr>
            <a:lvl3pPr>
              <a:defRPr sz="408"/>
            </a:lvl3pPr>
            <a:lvl4pPr>
              <a:defRPr sz="362"/>
            </a:lvl4pPr>
            <a:lvl5pPr>
              <a:defRPr sz="362"/>
            </a:lvl5pPr>
            <a:lvl6pPr>
              <a:defRPr sz="362"/>
            </a:lvl6pPr>
            <a:lvl7pPr>
              <a:defRPr sz="362"/>
            </a:lvl7pPr>
            <a:lvl8pPr>
              <a:defRPr sz="362"/>
            </a:lvl8pPr>
            <a:lvl9pPr>
              <a:defRPr sz="362"/>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18529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541837" y="1720207"/>
            <a:ext cx="5789786" cy="666576"/>
          </a:xfrm>
        </p:spPr>
        <p:txBody>
          <a:bodyPr/>
          <a:lstStyle/>
          <a:p>
            <a:r>
              <a:rPr lang="de-DE"/>
              <a:t>Titelmasterformat durch Klicken bearbeiten</a:t>
            </a:r>
          </a:p>
        </p:txBody>
      </p:sp>
    </p:spTree>
    <p:extLst>
      <p:ext uri="{BB962C8B-B14F-4D97-AF65-F5344CB8AC3E}">
        <p14:creationId xmlns:p14="http://schemas.microsoft.com/office/powerpoint/2010/main" val="2584523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21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343008" y="1372058"/>
            <a:ext cx="2256158" cy="1678429"/>
          </a:xfrm>
        </p:spPr>
        <p:txBody>
          <a:bodyPr/>
          <a:lstStyle>
            <a:lvl1pPr algn="l">
              <a:defRPr sz="453" b="1"/>
            </a:lvl1pPr>
          </a:lstStyle>
          <a:p>
            <a:r>
              <a:rPr lang="de-DE"/>
              <a:t>Titelmasterformat durch Klicken bearbeiten</a:t>
            </a:r>
          </a:p>
        </p:txBody>
      </p:sp>
      <p:sp>
        <p:nvSpPr>
          <p:cNvPr id="3" name="Inhaltsplatzhalter 2"/>
          <p:cNvSpPr>
            <a:spLocks noGrp="1"/>
          </p:cNvSpPr>
          <p:nvPr>
            <p:ph idx="1"/>
          </p:nvPr>
        </p:nvSpPr>
        <p:spPr>
          <a:xfrm>
            <a:off x="2681142" y="394536"/>
            <a:ext cx="3833850" cy="8454227"/>
          </a:xfrm>
        </p:spPr>
        <p:txBody>
          <a:bodyPr/>
          <a:lstStyle>
            <a:lvl1pPr>
              <a:defRPr sz="725"/>
            </a:lvl1pPr>
            <a:lvl2pPr>
              <a:defRPr sz="634"/>
            </a:lvl2pPr>
            <a:lvl3pPr>
              <a:defRPr sz="544"/>
            </a:lvl3pPr>
            <a:lvl4pPr>
              <a:defRPr sz="453"/>
            </a:lvl4pPr>
            <a:lvl5pPr>
              <a:defRPr sz="453"/>
            </a:lvl5pPr>
            <a:lvl6pPr>
              <a:defRPr sz="453"/>
            </a:lvl6pPr>
            <a:lvl7pPr>
              <a:defRPr sz="453"/>
            </a:lvl7pPr>
            <a:lvl8pPr>
              <a:defRPr sz="453"/>
            </a:lvl8pPr>
            <a:lvl9pPr>
              <a:defRPr sz="453"/>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343008" y="3050487"/>
            <a:ext cx="2256158" cy="5798276"/>
          </a:xfrm>
        </p:spPr>
        <p:txBody>
          <a:bodyPr/>
          <a:lstStyle>
            <a:lvl1pPr marL="0" indent="0">
              <a:buNone/>
              <a:defRPr sz="317"/>
            </a:lvl1pPr>
            <a:lvl2pPr marL="103556" indent="0">
              <a:buNone/>
              <a:defRPr sz="272"/>
            </a:lvl2pPr>
            <a:lvl3pPr marL="207112" indent="0">
              <a:buNone/>
              <a:defRPr sz="227"/>
            </a:lvl3pPr>
            <a:lvl4pPr marL="310667" indent="0">
              <a:buNone/>
              <a:defRPr sz="204"/>
            </a:lvl4pPr>
            <a:lvl5pPr marL="414223" indent="0">
              <a:buNone/>
              <a:defRPr sz="204"/>
            </a:lvl5pPr>
            <a:lvl6pPr marL="517779" indent="0">
              <a:buNone/>
              <a:defRPr sz="204"/>
            </a:lvl6pPr>
            <a:lvl7pPr marL="621335" indent="0">
              <a:buNone/>
              <a:defRPr sz="204"/>
            </a:lvl7pPr>
            <a:lvl8pPr marL="724891" indent="0">
              <a:buNone/>
              <a:defRPr sz="204"/>
            </a:lvl8pPr>
            <a:lvl9pPr marL="828446" indent="0">
              <a:buNone/>
              <a:defRPr sz="204"/>
            </a:lvl9pPr>
          </a:lstStyle>
          <a:p>
            <a:pPr lvl="0"/>
            <a:r>
              <a:rPr lang="de-DE"/>
              <a:t>Textmasterformat bearbeiten</a:t>
            </a:r>
          </a:p>
        </p:txBody>
      </p:sp>
    </p:spTree>
    <p:extLst>
      <p:ext uri="{BB962C8B-B14F-4D97-AF65-F5344CB8AC3E}">
        <p14:creationId xmlns:p14="http://schemas.microsoft.com/office/powerpoint/2010/main" val="2752685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344347" y="7237191"/>
            <a:ext cx="4114656" cy="818827"/>
          </a:xfrm>
        </p:spPr>
        <p:txBody>
          <a:bodyPr/>
          <a:lstStyle>
            <a:lvl1pPr algn="l">
              <a:defRPr sz="453" b="1"/>
            </a:lvl1pPr>
          </a:lstStyle>
          <a:p>
            <a:r>
              <a:rPr lang="de-DE"/>
              <a:t>Titelmasterformat durch Klicken bearbeiten</a:t>
            </a:r>
          </a:p>
        </p:txBody>
      </p:sp>
      <p:sp>
        <p:nvSpPr>
          <p:cNvPr id="3" name="Bildplatzhalter 2"/>
          <p:cNvSpPr>
            <a:spLocks noGrp="1"/>
          </p:cNvSpPr>
          <p:nvPr>
            <p:ph type="pic" idx="1"/>
          </p:nvPr>
        </p:nvSpPr>
        <p:spPr>
          <a:xfrm>
            <a:off x="1344347" y="1569326"/>
            <a:ext cx="4114656" cy="5640682"/>
          </a:xfrm>
        </p:spPr>
        <p:txBody>
          <a:bodyPr/>
          <a:lstStyle>
            <a:lvl1pPr marL="0" indent="0">
              <a:buNone/>
              <a:defRPr sz="725"/>
            </a:lvl1pPr>
            <a:lvl2pPr marL="103556" indent="0">
              <a:buNone/>
              <a:defRPr sz="634"/>
            </a:lvl2pPr>
            <a:lvl3pPr marL="207112" indent="0">
              <a:buNone/>
              <a:defRPr sz="544"/>
            </a:lvl3pPr>
            <a:lvl4pPr marL="310667" indent="0">
              <a:buNone/>
              <a:defRPr sz="453"/>
            </a:lvl4pPr>
            <a:lvl5pPr marL="414223" indent="0">
              <a:buNone/>
              <a:defRPr sz="453"/>
            </a:lvl5pPr>
            <a:lvl6pPr marL="517779" indent="0">
              <a:buNone/>
              <a:defRPr sz="453"/>
            </a:lvl6pPr>
            <a:lvl7pPr marL="621335" indent="0">
              <a:buNone/>
              <a:defRPr sz="453"/>
            </a:lvl7pPr>
            <a:lvl8pPr marL="724891" indent="0">
              <a:buNone/>
              <a:defRPr sz="453"/>
            </a:lvl8pPr>
            <a:lvl9pPr marL="828446" indent="0">
              <a:buNone/>
              <a:defRPr sz="453"/>
            </a:lvl9pPr>
          </a:lstStyle>
          <a:p>
            <a:r>
              <a:rPr lang="de-DE"/>
              <a:t>Bild durch Klicken auf Symbol hinzufügen</a:t>
            </a:r>
          </a:p>
        </p:txBody>
      </p:sp>
      <p:sp>
        <p:nvSpPr>
          <p:cNvPr id="4" name="Textplatzhalter 3"/>
          <p:cNvSpPr>
            <a:spLocks noGrp="1"/>
          </p:cNvSpPr>
          <p:nvPr>
            <p:ph type="body" sz="half" idx="2"/>
          </p:nvPr>
        </p:nvSpPr>
        <p:spPr>
          <a:xfrm>
            <a:off x="1344347" y="8079161"/>
            <a:ext cx="4114656" cy="1162300"/>
          </a:xfrm>
        </p:spPr>
        <p:txBody>
          <a:bodyPr/>
          <a:lstStyle>
            <a:lvl1pPr marL="0" indent="0">
              <a:buNone/>
              <a:defRPr sz="317"/>
            </a:lvl1pPr>
            <a:lvl2pPr marL="103556" indent="0">
              <a:buNone/>
              <a:defRPr sz="272"/>
            </a:lvl2pPr>
            <a:lvl3pPr marL="207112" indent="0">
              <a:buNone/>
              <a:defRPr sz="227"/>
            </a:lvl3pPr>
            <a:lvl4pPr marL="310667" indent="0">
              <a:buNone/>
              <a:defRPr sz="204"/>
            </a:lvl4pPr>
            <a:lvl5pPr marL="414223" indent="0">
              <a:buNone/>
              <a:defRPr sz="204"/>
            </a:lvl5pPr>
            <a:lvl6pPr marL="517779" indent="0">
              <a:buNone/>
              <a:defRPr sz="204"/>
            </a:lvl6pPr>
            <a:lvl7pPr marL="621335" indent="0">
              <a:buNone/>
              <a:defRPr sz="204"/>
            </a:lvl7pPr>
            <a:lvl8pPr marL="724891" indent="0">
              <a:buNone/>
              <a:defRPr sz="204"/>
            </a:lvl8pPr>
            <a:lvl9pPr marL="828446" indent="0">
              <a:buNone/>
              <a:defRPr sz="204"/>
            </a:lvl9pPr>
          </a:lstStyle>
          <a:p>
            <a:pPr lvl="0"/>
            <a:r>
              <a:rPr lang="de-DE"/>
              <a:t>Textmasterformat bearbeiten</a:t>
            </a:r>
          </a:p>
        </p:txBody>
      </p:sp>
    </p:spTree>
    <p:extLst>
      <p:ext uri="{BB962C8B-B14F-4D97-AF65-F5344CB8AC3E}">
        <p14:creationId xmlns:p14="http://schemas.microsoft.com/office/powerpoint/2010/main" val="145141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18536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4975053" y="1954310"/>
            <a:ext cx="1451491" cy="3082446"/>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576354" y="1951371"/>
            <a:ext cx="4321036" cy="3082446"/>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579581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Folie 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73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41837" y="1543878"/>
            <a:ext cx="5789786" cy="666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p>
            <a:pPr lvl="0"/>
            <a:endParaRPr lang="de-DE" altLang="de-DE" dirty="0"/>
          </a:p>
        </p:txBody>
      </p:sp>
      <p:sp>
        <p:nvSpPr>
          <p:cNvPr id="1027" name="Rectangle 3"/>
          <p:cNvSpPr>
            <a:spLocks noGrp="1" noChangeArrowheads="1"/>
          </p:cNvSpPr>
          <p:nvPr>
            <p:ph type="body" idx="1"/>
          </p:nvPr>
        </p:nvSpPr>
        <p:spPr bwMode="auto">
          <a:xfrm>
            <a:off x="542197" y="2769830"/>
            <a:ext cx="5806684" cy="1399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ltLang="de-DE"/>
              <a:t>Aufzählungspunkt 1</a:t>
            </a:r>
          </a:p>
          <a:p>
            <a:pPr lvl="1"/>
            <a:r>
              <a:rPr lang="de-DE" altLang="de-DE"/>
              <a:t>Aufzählungspunkt 2</a:t>
            </a:r>
          </a:p>
          <a:p>
            <a:pPr lvl="2"/>
            <a:r>
              <a:rPr lang="de-DE" altLang="de-DE"/>
              <a:t>Aufzählungspunkt 3</a:t>
            </a:r>
          </a:p>
          <a:p>
            <a:pPr lvl="3"/>
            <a:r>
              <a:rPr lang="de-DE" altLang="de-DE"/>
              <a:t>Aufzählungspunkt 4</a:t>
            </a:r>
          </a:p>
          <a:p>
            <a:pPr lvl="4"/>
            <a:r>
              <a:rPr lang="de-DE" altLang="de-DE"/>
              <a:t>Aufzählungspunkt 5</a:t>
            </a:r>
          </a:p>
          <a:p>
            <a:pPr lvl="4"/>
            <a:r>
              <a:rPr lang="de-DE" altLang="de-DE"/>
              <a:t>Aufzählungspunkt 6</a:t>
            </a:r>
          </a:p>
          <a:p>
            <a:pPr lvl="0"/>
            <a:r>
              <a:rPr lang="de-DE" altLang="de-DE"/>
              <a:t>Aufzählungspunkt 7</a:t>
            </a:r>
          </a:p>
          <a:p>
            <a:pPr lvl="0"/>
            <a:r>
              <a:rPr lang="de-DE" altLang="de-DE"/>
              <a:t>Aufzählungspunkt 8</a:t>
            </a:r>
          </a:p>
          <a:p>
            <a:pPr lvl="0"/>
            <a:endParaRPr lang="de-DE" altLang="de-DE"/>
          </a:p>
        </p:txBody>
      </p:sp>
      <p:pic>
        <p:nvPicPr>
          <p:cNvPr id="1049" name="Picture 25"/>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p:blipFill>
        <p:spPr bwMode="auto">
          <a:xfrm>
            <a:off x="489771" y="333922"/>
            <a:ext cx="1342928" cy="807525"/>
          </a:xfrm>
          <a:prstGeom prst="rect">
            <a:avLst/>
          </a:prstGeom>
          <a:noFill/>
          <a:extLst>
            <a:ext uri="{909E8E84-426E-40DD-AFC4-6F175D3DCCD1}">
              <a14:hiddenFill xmlns:a14="http://schemas.microsoft.com/office/drawing/2010/main">
                <a:solidFill>
                  <a:srgbClr val="FFFFFF"/>
                </a:solidFill>
              </a14:hiddenFill>
            </a:ext>
          </a:extLst>
        </p:spPr>
      </p:pic>
      <p:sp>
        <p:nvSpPr>
          <p:cNvPr id="1052" name="Text Box 28"/>
          <p:cNvSpPr txBox="1">
            <a:spLocks noChangeArrowheads="1"/>
          </p:cNvSpPr>
          <p:nvPr/>
        </p:nvSpPr>
        <p:spPr bwMode="auto">
          <a:xfrm>
            <a:off x="144606" y="9640072"/>
            <a:ext cx="3274754" cy="20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4176713">
              <a:defRPr>
                <a:solidFill>
                  <a:schemeClr val="tx1"/>
                </a:solidFill>
                <a:latin typeface="Arial" charset="0"/>
              </a:defRPr>
            </a:lvl1pPr>
            <a:lvl2pPr defTabSz="4176713">
              <a:defRPr>
                <a:solidFill>
                  <a:schemeClr val="tx1"/>
                </a:solidFill>
                <a:latin typeface="Arial" charset="0"/>
              </a:defRPr>
            </a:lvl2pPr>
            <a:lvl3pPr defTabSz="4176713">
              <a:defRPr>
                <a:solidFill>
                  <a:schemeClr val="tx1"/>
                </a:solidFill>
                <a:latin typeface="Arial" charset="0"/>
              </a:defRPr>
            </a:lvl3pPr>
            <a:lvl4pPr defTabSz="4176713">
              <a:defRPr>
                <a:solidFill>
                  <a:schemeClr val="tx1"/>
                </a:solidFill>
                <a:latin typeface="Arial" charset="0"/>
              </a:defRPr>
            </a:lvl4pPr>
            <a:lvl5pPr defTabSz="4176713">
              <a:defRPr>
                <a:solidFill>
                  <a:schemeClr val="tx1"/>
                </a:solidFill>
                <a:latin typeface="Arial" charset="0"/>
              </a:defRPr>
            </a:lvl5pPr>
            <a:lvl6pPr defTabSz="4176713" fontAlgn="base">
              <a:spcBef>
                <a:spcPct val="0"/>
              </a:spcBef>
              <a:spcAft>
                <a:spcPct val="0"/>
              </a:spcAft>
              <a:defRPr>
                <a:solidFill>
                  <a:schemeClr val="tx1"/>
                </a:solidFill>
                <a:latin typeface="Arial" charset="0"/>
              </a:defRPr>
            </a:lvl6pPr>
            <a:lvl7pPr defTabSz="4176713" fontAlgn="base">
              <a:spcBef>
                <a:spcPct val="0"/>
              </a:spcBef>
              <a:spcAft>
                <a:spcPct val="0"/>
              </a:spcAft>
              <a:defRPr>
                <a:solidFill>
                  <a:schemeClr val="tx1"/>
                </a:solidFill>
                <a:latin typeface="Arial" charset="0"/>
              </a:defRPr>
            </a:lvl7pPr>
            <a:lvl8pPr defTabSz="4176713" fontAlgn="base">
              <a:spcBef>
                <a:spcPct val="0"/>
              </a:spcBef>
              <a:spcAft>
                <a:spcPct val="0"/>
              </a:spcAft>
              <a:defRPr>
                <a:solidFill>
                  <a:schemeClr val="tx1"/>
                </a:solidFill>
                <a:latin typeface="Arial" charset="0"/>
              </a:defRPr>
            </a:lvl8pPr>
            <a:lvl9pPr defTabSz="4176713" fontAlgn="base">
              <a:spcBef>
                <a:spcPct val="0"/>
              </a:spcBef>
              <a:spcAft>
                <a:spcPct val="0"/>
              </a:spcAft>
              <a:defRPr>
                <a:solidFill>
                  <a:schemeClr val="tx1"/>
                </a:solidFill>
                <a:latin typeface="Arial" charset="0"/>
              </a:defRPr>
            </a:lvl9pPr>
          </a:lstStyle>
          <a:p>
            <a:pPr algn="l"/>
            <a:r>
              <a:rPr lang="de-DE" altLang="de-DE" sz="747" dirty="0"/>
              <a:t>KIT – Die Forschungsuniversität</a:t>
            </a:r>
            <a:r>
              <a:rPr lang="de-DE" altLang="de-DE" sz="747" baseline="0" dirty="0"/>
              <a:t> </a:t>
            </a:r>
            <a:r>
              <a:rPr lang="de-DE" altLang="de-DE" sz="747" dirty="0"/>
              <a:t>in der Helmholtz-Gemeinschaft</a:t>
            </a:r>
          </a:p>
        </p:txBody>
      </p:sp>
      <p:sp>
        <p:nvSpPr>
          <p:cNvPr id="5" name="Diagonal liegende Ecken des Rechtecks abrunden 4"/>
          <p:cNvSpPr/>
          <p:nvPr userDrawn="1"/>
        </p:nvSpPr>
        <p:spPr bwMode="auto">
          <a:xfrm rot="5400000">
            <a:off x="-1211216" y="1556044"/>
            <a:ext cx="9274608" cy="6498865"/>
          </a:xfrm>
          <a:prstGeom prst="round2DiagRect">
            <a:avLst>
              <a:gd name="adj1" fmla="val 2453"/>
              <a:gd name="adj2" fmla="val 0"/>
            </a:avLst>
          </a:prstGeom>
          <a:noFill/>
          <a:ln w="6350" cap="flat" cmpd="sng" algn="ctr">
            <a:solidFill>
              <a:schemeClr val="tx1">
                <a:alpha val="50000"/>
              </a:schemeClr>
            </a:solidFill>
            <a:prstDash val="solid"/>
            <a:round/>
            <a:headEnd type="none" w="med" len="med"/>
            <a:tailEnd type="none" w="med" len="med"/>
          </a:ln>
          <a:effectLst/>
        </p:spPr>
        <p:txBody>
          <a:bodyPr vert="horz" wrap="square" lIns="20710" tIns="10355" rIns="20710" bIns="10355" numCol="1" rtlCol="0" anchor="t" anchorCtr="0" compatLnSpc="1">
            <a:prstTxWarp prst="textNoShape">
              <a:avLst/>
            </a:prstTxWarp>
          </a:bodyPr>
          <a:lstStyle/>
          <a:p>
            <a:pPr marL="0" marR="0" indent="0" algn="l" defTabSz="946025" rtl="0" eaLnBrk="1" fontAlgn="base" latinLnBrk="0" hangingPunct="1">
              <a:lnSpc>
                <a:spcPct val="100000"/>
              </a:lnSpc>
              <a:spcBef>
                <a:spcPct val="0"/>
              </a:spcBef>
              <a:spcAft>
                <a:spcPct val="0"/>
              </a:spcAft>
              <a:buClrTx/>
              <a:buSzTx/>
              <a:buFontTx/>
              <a:buNone/>
              <a:tabLst/>
            </a:pPr>
            <a:endParaRPr kumimoji="0" lang="de-DE" sz="906" b="0" i="0" u="none" strike="noStrike" cap="none" normalizeH="0" baseline="0">
              <a:ln>
                <a:noFill/>
              </a:ln>
              <a:solidFill>
                <a:schemeClr val="tx1"/>
              </a:solidFill>
              <a:effectLst/>
              <a:latin typeface="Arial" charset="0"/>
            </a:endParaRPr>
          </a:p>
        </p:txBody>
      </p:sp>
      <p:sp>
        <p:nvSpPr>
          <p:cNvPr id="2" name="Textfeld 1">
            <a:extLst>
              <a:ext uri="{FF2B5EF4-FFF2-40B4-BE49-F238E27FC236}">
                <a16:creationId xmlns:a16="http://schemas.microsoft.com/office/drawing/2014/main" id="{85AA1BC9-C243-4563-A640-A2DECC16DD08}"/>
              </a:ext>
            </a:extLst>
          </p:cNvPr>
          <p:cNvSpPr txBox="1"/>
          <p:nvPr userDrawn="1"/>
        </p:nvSpPr>
        <p:spPr>
          <a:xfrm>
            <a:off x="3963647" y="9615145"/>
            <a:ext cx="2711874" cy="124329"/>
          </a:xfrm>
          <a:prstGeom prst="rect">
            <a:avLst/>
          </a:prstGeom>
          <a:noFill/>
        </p:spPr>
        <p:txBody>
          <a:bodyPr wrap="square" rtlCol="0">
            <a:spAutoFit/>
          </a:bodyPr>
          <a:lstStyle/>
          <a:p>
            <a:pPr algn="r"/>
            <a:r>
              <a:rPr lang="de-DE" sz="208" b="1" dirty="0"/>
              <a:t>200jahre.kit.edu</a:t>
            </a:r>
            <a:endParaRPr lang="en-GB" sz="208" b="1" dirty="0"/>
          </a:p>
        </p:txBody>
      </p:sp>
      <p:sp>
        <p:nvSpPr>
          <p:cNvPr id="10" name="Textfeld 9">
            <a:extLst>
              <a:ext uri="{FF2B5EF4-FFF2-40B4-BE49-F238E27FC236}">
                <a16:creationId xmlns:a16="http://schemas.microsoft.com/office/drawing/2014/main" id="{CC304511-9E53-4D2F-B799-5A6E74BABD12}"/>
              </a:ext>
            </a:extLst>
          </p:cNvPr>
          <p:cNvSpPr txBox="1"/>
          <p:nvPr userDrawn="1"/>
        </p:nvSpPr>
        <p:spPr>
          <a:xfrm>
            <a:off x="4297306" y="963397"/>
            <a:ext cx="3136688" cy="245773"/>
          </a:xfrm>
          <a:prstGeom prst="rect">
            <a:avLst/>
          </a:prstGeom>
          <a:noFill/>
        </p:spPr>
        <p:txBody>
          <a:bodyPr wrap="square" rtlCol="0">
            <a:spAutoFit/>
          </a:bodyPr>
          <a:lstStyle/>
          <a:p>
            <a:r>
              <a:rPr lang="de-DE" sz="997" b="1" dirty="0"/>
              <a:t>KIT. ORT DER ZUKUNFT. SEIT 1825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46025" rtl="0" eaLnBrk="1" fontAlgn="base" hangingPunct="1">
        <a:spcBef>
          <a:spcPct val="0"/>
        </a:spcBef>
        <a:spcAft>
          <a:spcPct val="0"/>
        </a:spcAft>
        <a:defRPr sz="1812" b="1">
          <a:solidFill>
            <a:schemeClr val="tx1"/>
          </a:solidFill>
          <a:latin typeface="+mj-lt"/>
          <a:ea typeface="+mj-ea"/>
          <a:cs typeface="+mj-cs"/>
        </a:defRPr>
      </a:lvl1pPr>
      <a:lvl2pPr algn="l" defTabSz="946025" rtl="0" eaLnBrk="1" fontAlgn="base" hangingPunct="1">
        <a:spcBef>
          <a:spcPct val="0"/>
        </a:spcBef>
        <a:spcAft>
          <a:spcPct val="0"/>
        </a:spcAft>
        <a:defRPr sz="1812" b="1">
          <a:solidFill>
            <a:schemeClr val="tx1"/>
          </a:solidFill>
          <a:latin typeface="Arial" charset="0"/>
        </a:defRPr>
      </a:lvl2pPr>
      <a:lvl3pPr algn="l" defTabSz="946025" rtl="0" eaLnBrk="1" fontAlgn="base" hangingPunct="1">
        <a:spcBef>
          <a:spcPct val="0"/>
        </a:spcBef>
        <a:spcAft>
          <a:spcPct val="0"/>
        </a:spcAft>
        <a:defRPr sz="1812" b="1">
          <a:solidFill>
            <a:schemeClr val="tx1"/>
          </a:solidFill>
          <a:latin typeface="Arial" charset="0"/>
        </a:defRPr>
      </a:lvl3pPr>
      <a:lvl4pPr algn="l" defTabSz="946025" rtl="0" eaLnBrk="1" fontAlgn="base" hangingPunct="1">
        <a:spcBef>
          <a:spcPct val="0"/>
        </a:spcBef>
        <a:spcAft>
          <a:spcPct val="0"/>
        </a:spcAft>
        <a:defRPr sz="1812" b="1">
          <a:solidFill>
            <a:schemeClr val="tx1"/>
          </a:solidFill>
          <a:latin typeface="Arial" charset="0"/>
        </a:defRPr>
      </a:lvl4pPr>
      <a:lvl5pPr algn="l" defTabSz="946025" rtl="0" eaLnBrk="1" fontAlgn="base" hangingPunct="1">
        <a:spcBef>
          <a:spcPct val="0"/>
        </a:spcBef>
        <a:spcAft>
          <a:spcPct val="0"/>
        </a:spcAft>
        <a:defRPr sz="1812" b="1">
          <a:solidFill>
            <a:schemeClr val="tx1"/>
          </a:solidFill>
          <a:latin typeface="Arial" charset="0"/>
        </a:defRPr>
      </a:lvl5pPr>
      <a:lvl6pPr marL="103556" algn="l" defTabSz="946025" rtl="0" eaLnBrk="1" fontAlgn="base" hangingPunct="1">
        <a:spcBef>
          <a:spcPct val="0"/>
        </a:spcBef>
        <a:spcAft>
          <a:spcPct val="0"/>
        </a:spcAft>
        <a:defRPr sz="1812" b="1">
          <a:solidFill>
            <a:schemeClr val="tx1"/>
          </a:solidFill>
          <a:latin typeface="Arial" charset="0"/>
        </a:defRPr>
      </a:lvl6pPr>
      <a:lvl7pPr marL="207112" algn="l" defTabSz="946025" rtl="0" eaLnBrk="1" fontAlgn="base" hangingPunct="1">
        <a:spcBef>
          <a:spcPct val="0"/>
        </a:spcBef>
        <a:spcAft>
          <a:spcPct val="0"/>
        </a:spcAft>
        <a:defRPr sz="1812" b="1">
          <a:solidFill>
            <a:schemeClr val="tx1"/>
          </a:solidFill>
          <a:latin typeface="Arial" charset="0"/>
        </a:defRPr>
      </a:lvl7pPr>
      <a:lvl8pPr marL="310667" algn="l" defTabSz="946025" rtl="0" eaLnBrk="1" fontAlgn="base" hangingPunct="1">
        <a:spcBef>
          <a:spcPct val="0"/>
        </a:spcBef>
        <a:spcAft>
          <a:spcPct val="0"/>
        </a:spcAft>
        <a:defRPr sz="1812" b="1">
          <a:solidFill>
            <a:schemeClr val="tx1"/>
          </a:solidFill>
          <a:latin typeface="Arial" charset="0"/>
        </a:defRPr>
      </a:lvl8pPr>
      <a:lvl9pPr marL="414223" algn="l" defTabSz="946025" rtl="0" eaLnBrk="1" fontAlgn="base" hangingPunct="1">
        <a:spcBef>
          <a:spcPct val="0"/>
        </a:spcBef>
        <a:spcAft>
          <a:spcPct val="0"/>
        </a:spcAft>
        <a:defRPr sz="1812" b="1">
          <a:solidFill>
            <a:schemeClr val="tx1"/>
          </a:solidFill>
          <a:latin typeface="Arial" charset="0"/>
        </a:defRPr>
      </a:lvl9pPr>
    </p:titleStyle>
    <p:bodyStyle>
      <a:lvl1pPr marL="138074" indent="-138074" algn="l" defTabSz="946025" rtl="0" eaLnBrk="1" fontAlgn="base" hangingPunct="1">
        <a:spcBef>
          <a:spcPct val="20000"/>
        </a:spcBef>
        <a:spcAft>
          <a:spcPct val="0"/>
        </a:spcAft>
        <a:buBlip>
          <a:blip r:embed="rId14"/>
        </a:buBlip>
        <a:defRPr sz="906">
          <a:solidFill>
            <a:srgbClr val="000000"/>
          </a:solidFill>
          <a:latin typeface="+mn-lt"/>
          <a:ea typeface="+mn-ea"/>
          <a:cs typeface="+mn-cs"/>
        </a:defRPr>
      </a:lvl1pPr>
      <a:lvl2pPr marL="327927" indent="-149221" algn="l" defTabSz="946025" rtl="0" eaLnBrk="1" fontAlgn="base" hangingPunct="1">
        <a:spcBef>
          <a:spcPct val="20000"/>
        </a:spcBef>
        <a:spcAft>
          <a:spcPct val="0"/>
        </a:spcAft>
        <a:buBlip>
          <a:blip r:embed="rId14"/>
        </a:buBlip>
        <a:defRPr sz="906">
          <a:solidFill>
            <a:schemeClr val="tx1"/>
          </a:solidFill>
          <a:latin typeface="+mn-lt"/>
        </a:defRPr>
      </a:lvl2pPr>
      <a:lvl3pPr marL="509149" indent="-140591" algn="l" defTabSz="946025" rtl="0" eaLnBrk="1" fontAlgn="base" hangingPunct="1">
        <a:spcBef>
          <a:spcPct val="20000"/>
        </a:spcBef>
        <a:spcAft>
          <a:spcPct val="0"/>
        </a:spcAft>
        <a:buBlip>
          <a:blip r:embed="rId14"/>
        </a:buBlip>
        <a:defRPr sz="906">
          <a:solidFill>
            <a:schemeClr val="tx1"/>
          </a:solidFill>
          <a:latin typeface="+mn-lt"/>
        </a:defRPr>
      </a:lvl3pPr>
      <a:lvl4pPr marL="690372" indent="-140591" algn="l" defTabSz="946025" rtl="0" eaLnBrk="1" fontAlgn="base" hangingPunct="1">
        <a:spcBef>
          <a:spcPct val="20000"/>
        </a:spcBef>
        <a:spcAft>
          <a:spcPct val="0"/>
        </a:spcAft>
        <a:buBlip>
          <a:blip r:embed="rId14"/>
        </a:buBlip>
        <a:defRPr sz="906">
          <a:solidFill>
            <a:schemeClr val="tx1"/>
          </a:solidFill>
          <a:latin typeface="+mn-lt"/>
        </a:defRPr>
      </a:lvl4pPr>
      <a:lvl5pPr marL="871595" indent="-140591" algn="l" defTabSz="946025" rtl="0" eaLnBrk="1" fontAlgn="base" hangingPunct="1">
        <a:spcBef>
          <a:spcPct val="20000"/>
        </a:spcBef>
        <a:spcAft>
          <a:spcPct val="0"/>
        </a:spcAft>
        <a:buBlip>
          <a:blip r:embed="rId14"/>
        </a:buBlip>
        <a:defRPr sz="906">
          <a:solidFill>
            <a:schemeClr val="tx1"/>
          </a:solidFill>
          <a:latin typeface="+mn-lt"/>
        </a:defRPr>
      </a:lvl5pPr>
      <a:lvl6pPr marL="975150" indent="-140591" algn="l" defTabSz="946025" rtl="0" eaLnBrk="1" fontAlgn="base" hangingPunct="1">
        <a:spcBef>
          <a:spcPct val="20000"/>
        </a:spcBef>
        <a:spcAft>
          <a:spcPct val="0"/>
        </a:spcAft>
        <a:buBlip>
          <a:blip r:embed="rId14"/>
        </a:buBlip>
        <a:defRPr sz="906">
          <a:solidFill>
            <a:schemeClr val="tx1"/>
          </a:solidFill>
          <a:latin typeface="+mn-lt"/>
        </a:defRPr>
      </a:lvl6pPr>
      <a:lvl7pPr marL="1078706" indent="-140591" algn="l" defTabSz="946025" rtl="0" eaLnBrk="1" fontAlgn="base" hangingPunct="1">
        <a:spcBef>
          <a:spcPct val="20000"/>
        </a:spcBef>
        <a:spcAft>
          <a:spcPct val="0"/>
        </a:spcAft>
        <a:buBlip>
          <a:blip r:embed="rId14"/>
        </a:buBlip>
        <a:defRPr sz="906">
          <a:solidFill>
            <a:schemeClr val="tx1"/>
          </a:solidFill>
          <a:latin typeface="+mn-lt"/>
        </a:defRPr>
      </a:lvl7pPr>
      <a:lvl8pPr marL="1182262" indent="-140591" algn="l" defTabSz="946025" rtl="0" eaLnBrk="1" fontAlgn="base" hangingPunct="1">
        <a:spcBef>
          <a:spcPct val="20000"/>
        </a:spcBef>
        <a:spcAft>
          <a:spcPct val="0"/>
        </a:spcAft>
        <a:buBlip>
          <a:blip r:embed="rId14"/>
        </a:buBlip>
        <a:defRPr sz="906">
          <a:solidFill>
            <a:schemeClr val="tx1"/>
          </a:solidFill>
          <a:latin typeface="+mn-lt"/>
        </a:defRPr>
      </a:lvl8pPr>
      <a:lvl9pPr marL="1285818" indent="-140591" algn="l" defTabSz="946025" rtl="0" eaLnBrk="1" fontAlgn="base" hangingPunct="1">
        <a:spcBef>
          <a:spcPct val="20000"/>
        </a:spcBef>
        <a:spcAft>
          <a:spcPct val="0"/>
        </a:spcAft>
        <a:buBlip>
          <a:blip r:embed="rId14"/>
        </a:buBlip>
        <a:defRPr sz="906">
          <a:solidFill>
            <a:schemeClr val="tx1"/>
          </a:solidFill>
          <a:latin typeface="+mn-lt"/>
        </a:defRPr>
      </a:lvl9pPr>
    </p:bodyStyle>
    <p:otherStyle>
      <a:defPPr>
        <a:defRPr lang="de-DE"/>
      </a:defPPr>
      <a:lvl1pPr marL="0" algn="l" defTabSz="207112" rtl="0" eaLnBrk="1" latinLnBrk="0" hangingPunct="1">
        <a:defRPr sz="408" kern="1200">
          <a:solidFill>
            <a:schemeClr val="tx1"/>
          </a:solidFill>
          <a:latin typeface="+mn-lt"/>
          <a:ea typeface="+mn-ea"/>
          <a:cs typeface="+mn-cs"/>
        </a:defRPr>
      </a:lvl1pPr>
      <a:lvl2pPr marL="103556" algn="l" defTabSz="207112" rtl="0" eaLnBrk="1" latinLnBrk="0" hangingPunct="1">
        <a:defRPr sz="408" kern="1200">
          <a:solidFill>
            <a:schemeClr val="tx1"/>
          </a:solidFill>
          <a:latin typeface="+mn-lt"/>
          <a:ea typeface="+mn-ea"/>
          <a:cs typeface="+mn-cs"/>
        </a:defRPr>
      </a:lvl2pPr>
      <a:lvl3pPr marL="207112" algn="l" defTabSz="207112" rtl="0" eaLnBrk="1" latinLnBrk="0" hangingPunct="1">
        <a:defRPr sz="408" kern="1200">
          <a:solidFill>
            <a:schemeClr val="tx1"/>
          </a:solidFill>
          <a:latin typeface="+mn-lt"/>
          <a:ea typeface="+mn-ea"/>
          <a:cs typeface="+mn-cs"/>
        </a:defRPr>
      </a:lvl3pPr>
      <a:lvl4pPr marL="310667" algn="l" defTabSz="207112" rtl="0" eaLnBrk="1" latinLnBrk="0" hangingPunct="1">
        <a:defRPr sz="408" kern="1200">
          <a:solidFill>
            <a:schemeClr val="tx1"/>
          </a:solidFill>
          <a:latin typeface="+mn-lt"/>
          <a:ea typeface="+mn-ea"/>
          <a:cs typeface="+mn-cs"/>
        </a:defRPr>
      </a:lvl4pPr>
      <a:lvl5pPr marL="414223" algn="l" defTabSz="207112" rtl="0" eaLnBrk="1" latinLnBrk="0" hangingPunct="1">
        <a:defRPr sz="408" kern="1200">
          <a:solidFill>
            <a:schemeClr val="tx1"/>
          </a:solidFill>
          <a:latin typeface="+mn-lt"/>
          <a:ea typeface="+mn-ea"/>
          <a:cs typeface="+mn-cs"/>
        </a:defRPr>
      </a:lvl5pPr>
      <a:lvl6pPr marL="517779" algn="l" defTabSz="207112" rtl="0" eaLnBrk="1" latinLnBrk="0" hangingPunct="1">
        <a:defRPr sz="408" kern="1200">
          <a:solidFill>
            <a:schemeClr val="tx1"/>
          </a:solidFill>
          <a:latin typeface="+mn-lt"/>
          <a:ea typeface="+mn-ea"/>
          <a:cs typeface="+mn-cs"/>
        </a:defRPr>
      </a:lvl6pPr>
      <a:lvl7pPr marL="621335" algn="l" defTabSz="207112" rtl="0" eaLnBrk="1" latinLnBrk="0" hangingPunct="1">
        <a:defRPr sz="408" kern="1200">
          <a:solidFill>
            <a:schemeClr val="tx1"/>
          </a:solidFill>
          <a:latin typeface="+mn-lt"/>
          <a:ea typeface="+mn-ea"/>
          <a:cs typeface="+mn-cs"/>
        </a:defRPr>
      </a:lvl7pPr>
      <a:lvl8pPr marL="724891" algn="l" defTabSz="207112" rtl="0" eaLnBrk="1" latinLnBrk="0" hangingPunct="1">
        <a:defRPr sz="408" kern="1200">
          <a:solidFill>
            <a:schemeClr val="tx1"/>
          </a:solidFill>
          <a:latin typeface="+mn-lt"/>
          <a:ea typeface="+mn-ea"/>
          <a:cs typeface="+mn-cs"/>
        </a:defRPr>
      </a:lvl8pPr>
      <a:lvl9pPr marL="828446" algn="l" defTabSz="207112" rtl="0" eaLnBrk="1" latinLnBrk="0" hangingPunct="1">
        <a:defRPr sz="4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692273"/>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C7006904-8ECF-6679-C87D-A280510CE802}"/>
              </a:ext>
            </a:extLst>
          </p:cNvPr>
          <p:cNvSpPr txBox="1"/>
          <p:nvPr/>
        </p:nvSpPr>
        <p:spPr>
          <a:xfrm>
            <a:off x="154934" y="152400"/>
            <a:ext cx="4433906" cy="1015663"/>
          </a:xfrm>
          <a:prstGeom prst="rect">
            <a:avLst/>
          </a:prstGeom>
          <a:noFill/>
        </p:spPr>
        <p:txBody>
          <a:bodyPr wrap="none" rtlCol="0">
            <a:spAutoFit/>
          </a:bodyPr>
          <a:lstStyle/>
          <a:p>
            <a:r>
              <a:rPr lang="en-US" sz="3600" noProof="0" dirty="0"/>
              <a:t>Explore KIT Campus</a:t>
            </a:r>
          </a:p>
          <a:p>
            <a:r>
              <a:rPr lang="en-US" sz="2400" noProof="0" dirty="0"/>
              <a:t>Discover, Navigate, Enjoy.</a:t>
            </a:r>
          </a:p>
        </p:txBody>
      </p:sp>
      <p:pic>
        <p:nvPicPr>
          <p:cNvPr id="7" name="Grafik 6" descr="Ein Bild, das Text, Screenshot, Diagramm, Zahl enthält.&#10;&#10;KI-generierte Inhalte können fehlerhaft sein.">
            <a:extLst>
              <a:ext uri="{FF2B5EF4-FFF2-40B4-BE49-F238E27FC236}">
                <a16:creationId xmlns:a16="http://schemas.microsoft.com/office/drawing/2014/main" id="{0886EDEE-7AA8-E7F7-2EB8-BF5B6BB90A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98789" y="1353363"/>
            <a:ext cx="1806810" cy="4015134"/>
          </a:xfrm>
          <a:prstGeom prst="rect">
            <a:avLst/>
          </a:prstGeom>
        </p:spPr>
      </p:pic>
      <p:pic>
        <p:nvPicPr>
          <p:cNvPr id="9" name="Grafik 8" descr="Ein Bild, das Text, Screenshot, Karte, Software enthält.&#10;&#10;KI-generierte Inhalte können fehlerhaft sein.">
            <a:extLst>
              <a:ext uri="{FF2B5EF4-FFF2-40B4-BE49-F238E27FC236}">
                <a16:creationId xmlns:a16="http://schemas.microsoft.com/office/drawing/2014/main" id="{A77BA033-90EF-7787-1A8F-08DD1A245B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399" y="3309103"/>
            <a:ext cx="1806811" cy="4015135"/>
          </a:xfrm>
          <a:prstGeom prst="rect">
            <a:avLst/>
          </a:prstGeom>
        </p:spPr>
      </p:pic>
      <p:pic>
        <p:nvPicPr>
          <p:cNvPr id="11" name="Grafik 10" descr="Ein Bild, das Text, Software, Computersymbol, Betriebssystem enthält.&#10;&#10;KI-generierte Inhalte können fehlerhaft sein.">
            <a:extLst>
              <a:ext uri="{FF2B5EF4-FFF2-40B4-BE49-F238E27FC236}">
                <a16:creationId xmlns:a16="http://schemas.microsoft.com/office/drawing/2014/main" id="{755F828F-68E5-96A7-697F-7F650B0931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98788" y="5738464"/>
            <a:ext cx="1806811" cy="4015135"/>
          </a:xfrm>
          <a:prstGeom prst="rect">
            <a:avLst/>
          </a:prstGeom>
        </p:spPr>
      </p:pic>
      <p:sp>
        <p:nvSpPr>
          <p:cNvPr id="12" name="Textfeld 11">
            <a:extLst>
              <a:ext uri="{FF2B5EF4-FFF2-40B4-BE49-F238E27FC236}">
                <a16:creationId xmlns:a16="http://schemas.microsoft.com/office/drawing/2014/main" id="{27BD1FBA-FEA5-86C7-A7D4-727019A5298C}"/>
              </a:ext>
            </a:extLst>
          </p:cNvPr>
          <p:cNvSpPr txBox="1"/>
          <p:nvPr/>
        </p:nvSpPr>
        <p:spPr>
          <a:xfrm>
            <a:off x="152400" y="9379010"/>
            <a:ext cx="4434227" cy="430887"/>
          </a:xfrm>
          <a:prstGeom prst="rect">
            <a:avLst/>
          </a:prstGeom>
          <a:noFill/>
        </p:spPr>
        <p:txBody>
          <a:bodyPr wrap="none" rtlCol="0">
            <a:spAutoFit/>
          </a:bodyPr>
          <a:lstStyle/>
          <a:p>
            <a:r>
              <a:rPr lang="en-US" sz="1100" noProof="0" dirty="0"/>
              <a:t>Korvin Brecht – Jasmin </a:t>
            </a:r>
            <a:r>
              <a:rPr lang="en-US" sz="1100" noProof="0" dirty="0" err="1"/>
              <a:t>Jährling</a:t>
            </a:r>
            <a:r>
              <a:rPr lang="en-US" sz="1100" noProof="0" dirty="0"/>
              <a:t> – Elisabeth Kral – Merlin Pillich</a:t>
            </a:r>
          </a:p>
          <a:p>
            <a:r>
              <a:rPr lang="en-US" sz="1100" noProof="0" dirty="0"/>
              <a:t>Mobile GIS – Summer Semester 2025 – Dr.-Ing. Paul Vincent Kuper</a:t>
            </a:r>
          </a:p>
        </p:txBody>
      </p:sp>
      <p:pic>
        <p:nvPicPr>
          <p:cNvPr id="14" name="Grafik 13" descr="Ein Bild, das Grafiken, Screenshot, Grafikdesign, Farbigkeit enthält.&#10;&#10;KI-generierte Inhalte können fehlerhaft sein.">
            <a:extLst>
              <a:ext uri="{FF2B5EF4-FFF2-40B4-BE49-F238E27FC236}">
                <a16:creationId xmlns:a16="http://schemas.microsoft.com/office/drawing/2014/main" id="{3BDF71EC-75B6-67C1-DC68-CC92E36163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43606" y="152399"/>
            <a:ext cx="1661994" cy="830997"/>
          </a:xfrm>
          <a:prstGeom prst="rect">
            <a:avLst/>
          </a:prstGeom>
        </p:spPr>
      </p:pic>
      <p:sp>
        <p:nvSpPr>
          <p:cNvPr id="15" name="Textfeld 14">
            <a:extLst>
              <a:ext uri="{FF2B5EF4-FFF2-40B4-BE49-F238E27FC236}">
                <a16:creationId xmlns:a16="http://schemas.microsoft.com/office/drawing/2014/main" id="{26EA9E32-9108-CF90-E667-52FBE4E50A79}"/>
              </a:ext>
            </a:extLst>
          </p:cNvPr>
          <p:cNvSpPr txBox="1"/>
          <p:nvPr/>
        </p:nvSpPr>
        <p:spPr>
          <a:xfrm>
            <a:off x="152400" y="1253698"/>
            <a:ext cx="4549140" cy="1969770"/>
          </a:xfrm>
          <a:prstGeom prst="rect">
            <a:avLst/>
          </a:prstGeom>
          <a:noFill/>
        </p:spPr>
        <p:txBody>
          <a:bodyPr wrap="square" rtlCol="0">
            <a:spAutoFit/>
          </a:bodyPr>
          <a:lstStyle/>
          <a:p>
            <a:r>
              <a:rPr lang="en-US" sz="2400" b="1" noProof="0" dirty="0">
                <a:solidFill>
                  <a:srgbClr val="009682"/>
                </a:solidFill>
              </a:rPr>
              <a:t>What is it?</a:t>
            </a:r>
          </a:p>
          <a:p>
            <a:pPr algn="just"/>
            <a:r>
              <a:rPr lang="en-US" sz="1400" noProof="0" dirty="0"/>
              <a:t>Are you new to KIT or would you like to learn more about the campus? Then you're exactly right here! Our mobile web application </a:t>
            </a:r>
            <a:r>
              <a:rPr lang="en-US" sz="1400" b="1" noProof="0" dirty="0"/>
              <a:t>Explore KIT Campus</a:t>
            </a:r>
            <a:r>
              <a:rPr lang="en-US" sz="1400" noProof="0" dirty="0"/>
              <a:t> allows you to get an overview of the campus. Whether it's dining options, buildings, monuments, or parking, find out more about them in our app and use the routing function to get to your destination.</a:t>
            </a:r>
          </a:p>
        </p:txBody>
      </p:sp>
      <p:sp>
        <p:nvSpPr>
          <p:cNvPr id="16" name="Textfeld 15">
            <a:extLst>
              <a:ext uri="{FF2B5EF4-FFF2-40B4-BE49-F238E27FC236}">
                <a16:creationId xmlns:a16="http://schemas.microsoft.com/office/drawing/2014/main" id="{E6FD6E06-D069-4D14-DA3C-F254EB97FA28}"/>
              </a:ext>
            </a:extLst>
          </p:cNvPr>
          <p:cNvSpPr txBox="1"/>
          <p:nvPr/>
        </p:nvSpPr>
        <p:spPr>
          <a:xfrm>
            <a:off x="2262677" y="3223468"/>
            <a:ext cx="2629953" cy="4139595"/>
          </a:xfrm>
          <a:prstGeom prst="rect">
            <a:avLst/>
          </a:prstGeom>
          <a:noFill/>
        </p:spPr>
        <p:txBody>
          <a:bodyPr wrap="square" rtlCol="0">
            <a:spAutoFit/>
          </a:bodyPr>
          <a:lstStyle/>
          <a:p>
            <a:r>
              <a:rPr lang="en-US" sz="2400" b="1" noProof="0" dirty="0">
                <a:solidFill>
                  <a:srgbClr val="009682"/>
                </a:solidFill>
              </a:rPr>
              <a:t>Features</a:t>
            </a:r>
          </a:p>
          <a:p>
            <a:r>
              <a:rPr lang="en-US" sz="1400" b="1" noProof="0" dirty="0"/>
              <a:t>Interactive Campus Map</a:t>
            </a:r>
          </a:p>
          <a:p>
            <a:pPr>
              <a:spcAft>
                <a:spcPts val="600"/>
              </a:spcAft>
            </a:pPr>
            <a:r>
              <a:rPr lang="en-US" sz="1400" noProof="0" dirty="0"/>
              <a:t>Find all key places – buildings, parks, dining halls, and more.</a:t>
            </a:r>
            <a:endParaRPr lang="en-US" sz="1400" b="1" noProof="0" dirty="0"/>
          </a:p>
          <a:p>
            <a:r>
              <a:rPr lang="en-US" sz="1400" b="1" noProof="0" dirty="0"/>
              <a:t>Detailed Information</a:t>
            </a:r>
          </a:p>
          <a:p>
            <a:pPr>
              <a:spcAft>
                <a:spcPts val="600"/>
              </a:spcAft>
            </a:pPr>
            <a:r>
              <a:rPr lang="en-US" sz="1400" noProof="0" dirty="0"/>
              <a:t>Need specific information about a room, café, or building? Check the detailed information box.</a:t>
            </a:r>
          </a:p>
          <a:p>
            <a:r>
              <a:rPr lang="en-US" sz="1400" b="1" noProof="0" dirty="0"/>
              <a:t>Routing</a:t>
            </a:r>
          </a:p>
          <a:p>
            <a:pPr>
              <a:spcAft>
                <a:spcPts val="600"/>
              </a:spcAft>
            </a:pPr>
            <a:r>
              <a:rPr lang="en-US" sz="1400" noProof="0" dirty="0"/>
              <a:t>Want to go somewhere? Plan your route across campus.</a:t>
            </a:r>
          </a:p>
          <a:p>
            <a:r>
              <a:rPr lang="en-US" sz="1400" b="1" noProof="0" dirty="0"/>
              <a:t>Weather</a:t>
            </a:r>
          </a:p>
          <a:p>
            <a:r>
              <a:rPr lang="en-US" sz="1400" noProof="0" dirty="0"/>
              <a:t>Planning an outdoor learning session? Check the current weather with the integrated weather panel.</a:t>
            </a:r>
          </a:p>
        </p:txBody>
      </p:sp>
      <p:sp>
        <p:nvSpPr>
          <p:cNvPr id="17" name="Textfeld 16">
            <a:extLst>
              <a:ext uri="{FF2B5EF4-FFF2-40B4-BE49-F238E27FC236}">
                <a16:creationId xmlns:a16="http://schemas.microsoft.com/office/drawing/2014/main" id="{B2A60626-FDE8-D21A-38FD-F60B0F852BBA}"/>
              </a:ext>
            </a:extLst>
          </p:cNvPr>
          <p:cNvSpPr txBox="1"/>
          <p:nvPr/>
        </p:nvSpPr>
        <p:spPr>
          <a:xfrm>
            <a:off x="152400" y="7409873"/>
            <a:ext cx="1706880" cy="892552"/>
          </a:xfrm>
          <a:prstGeom prst="rect">
            <a:avLst/>
          </a:prstGeom>
          <a:noFill/>
        </p:spPr>
        <p:txBody>
          <a:bodyPr wrap="square" rtlCol="0">
            <a:spAutoFit/>
          </a:bodyPr>
          <a:lstStyle/>
          <a:p>
            <a:r>
              <a:rPr lang="en-US" sz="2400" b="1" noProof="0" dirty="0">
                <a:solidFill>
                  <a:srgbClr val="009682"/>
                </a:solidFill>
              </a:rPr>
              <a:t>Try it now!</a:t>
            </a:r>
          </a:p>
          <a:p>
            <a:r>
              <a:rPr lang="en-US" sz="1400" noProof="0" dirty="0"/>
              <a:t>https://github.com/20korvin01/www/</a:t>
            </a:r>
          </a:p>
        </p:txBody>
      </p:sp>
      <p:sp>
        <p:nvSpPr>
          <p:cNvPr id="20" name="Textfeld 19">
            <a:extLst>
              <a:ext uri="{FF2B5EF4-FFF2-40B4-BE49-F238E27FC236}">
                <a16:creationId xmlns:a16="http://schemas.microsoft.com/office/drawing/2014/main" id="{2803FF2B-0D0C-1406-A89B-0AEE7E77CBE0}"/>
              </a:ext>
            </a:extLst>
          </p:cNvPr>
          <p:cNvSpPr txBox="1"/>
          <p:nvPr/>
        </p:nvSpPr>
        <p:spPr>
          <a:xfrm>
            <a:off x="1859280" y="7409873"/>
            <a:ext cx="3033350" cy="1969770"/>
          </a:xfrm>
          <a:prstGeom prst="rect">
            <a:avLst/>
          </a:prstGeom>
          <a:noFill/>
        </p:spPr>
        <p:txBody>
          <a:bodyPr wrap="square" rtlCol="0">
            <a:spAutoFit/>
          </a:bodyPr>
          <a:lstStyle/>
          <a:p>
            <a:r>
              <a:rPr lang="en-US" sz="2400" noProof="0" dirty="0"/>
              <a:t>  </a:t>
            </a:r>
            <a:r>
              <a:rPr lang="en-US" sz="2400" b="1" noProof="0" dirty="0">
                <a:solidFill>
                  <a:srgbClr val="009682"/>
                </a:solidFill>
              </a:rPr>
              <a:t>Why use the app?</a:t>
            </a:r>
          </a:p>
          <a:p>
            <a:pPr marL="285750" indent="-285750">
              <a:buSzPct val="100000"/>
              <a:buFont typeface="Wingdings" panose="05000000000000000000" pitchFamily="2" charset="2"/>
              <a:buChar char="Ø"/>
            </a:pPr>
            <a:r>
              <a:rPr lang="en-US" sz="1400" dirty="0"/>
              <a:t>Orientation for </a:t>
            </a:r>
            <a:r>
              <a:rPr lang="en-US" sz="1400" u="sng" dirty="0"/>
              <a:t>first-year students</a:t>
            </a:r>
          </a:p>
          <a:p>
            <a:pPr marL="285750" indent="-285750">
              <a:buSzPct val="100000"/>
              <a:buFont typeface="Wingdings" panose="05000000000000000000" pitchFamily="2" charset="2"/>
              <a:buChar char="Ø"/>
            </a:pPr>
            <a:r>
              <a:rPr lang="en-US" sz="1400" noProof="0" dirty="0"/>
              <a:t>Packed with information for </a:t>
            </a:r>
            <a:r>
              <a:rPr lang="en-US" sz="1400" u="sng" noProof="0" dirty="0"/>
              <a:t>visitors and guests</a:t>
            </a:r>
          </a:p>
          <a:p>
            <a:pPr marL="285750" indent="-285750">
              <a:buSzPct val="100000"/>
              <a:buFont typeface="Wingdings" panose="05000000000000000000" pitchFamily="2" charset="2"/>
              <a:buChar char="Ø"/>
            </a:pPr>
            <a:r>
              <a:rPr lang="en-US" sz="1400" dirty="0"/>
              <a:t>Optimize routes on campus for </a:t>
            </a:r>
            <a:r>
              <a:rPr lang="en-US" sz="1400" u="sng" dirty="0"/>
              <a:t>students, staff and researchers</a:t>
            </a:r>
          </a:p>
          <a:p>
            <a:pPr marL="285750" indent="-285750">
              <a:buSzPct val="100000"/>
              <a:buFont typeface="Wingdings" panose="05000000000000000000" pitchFamily="2" charset="2"/>
              <a:buChar char="Ø"/>
            </a:pPr>
            <a:r>
              <a:rPr lang="en-US" sz="1400" u="sng" noProof="0" dirty="0"/>
              <a:t>Anyone</a:t>
            </a:r>
            <a:r>
              <a:rPr lang="en-US" sz="1400" noProof="0" dirty="0"/>
              <a:t> curious about KIT!</a:t>
            </a:r>
          </a:p>
        </p:txBody>
      </p:sp>
      <p:pic>
        <p:nvPicPr>
          <p:cNvPr id="22" name="Grafik 21" descr="Ein Bild, das Muster, Design, Quadrat, Pixel enthält.&#10;&#10;KI-generierte Inhalte können fehlerhaft sein.">
            <a:extLst>
              <a:ext uri="{FF2B5EF4-FFF2-40B4-BE49-F238E27FC236}">
                <a16:creationId xmlns:a16="http://schemas.microsoft.com/office/drawing/2014/main" id="{A9B24C8F-EA5B-D632-25C7-653AD551E78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5834" y="8296815"/>
            <a:ext cx="1088892" cy="1088892"/>
          </a:xfrm>
          <a:prstGeom prst="rect">
            <a:avLst/>
          </a:prstGeom>
        </p:spPr>
      </p:pic>
      <p:pic>
        <p:nvPicPr>
          <p:cNvPr id="26" name="Grafik 25">
            <a:extLst>
              <a:ext uri="{FF2B5EF4-FFF2-40B4-BE49-F238E27FC236}">
                <a16:creationId xmlns:a16="http://schemas.microsoft.com/office/drawing/2014/main" id="{48CC6A89-BE8C-B08E-AB54-FF44B4FD71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10943" y="3348738"/>
            <a:ext cx="228600" cy="228600"/>
          </a:xfrm>
          <a:prstGeom prst="rect">
            <a:avLst/>
          </a:prstGeom>
        </p:spPr>
      </p:pic>
      <p:pic>
        <p:nvPicPr>
          <p:cNvPr id="28" name="Grafik 27">
            <a:extLst>
              <a:ext uri="{FF2B5EF4-FFF2-40B4-BE49-F238E27FC236}">
                <a16:creationId xmlns:a16="http://schemas.microsoft.com/office/drawing/2014/main" id="{34CB7D2C-403C-8F81-C7C4-4D5E77AB94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10943" y="3607482"/>
            <a:ext cx="228600" cy="228600"/>
          </a:xfrm>
          <a:prstGeom prst="rect">
            <a:avLst/>
          </a:prstGeom>
        </p:spPr>
      </p:pic>
      <p:pic>
        <p:nvPicPr>
          <p:cNvPr id="30" name="Grafik 29">
            <a:extLst>
              <a:ext uri="{FF2B5EF4-FFF2-40B4-BE49-F238E27FC236}">
                <a16:creationId xmlns:a16="http://schemas.microsoft.com/office/drawing/2014/main" id="{BA78BE99-E576-2D24-BCBA-63DB6E008F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10943" y="6656133"/>
            <a:ext cx="228600" cy="228600"/>
          </a:xfrm>
          <a:prstGeom prst="rect">
            <a:avLst/>
          </a:prstGeom>
        </p:spPr>
      </p:pic>
      <p:pic>
        <p:nvPicPr>
          <p:cNvPr id="32" name="Grafik 31">
            <a:extLst>
              <a:ext uri="{FF2B5EF4-FFF2-40B4-BE49-F238E27FC236}">
                <a16:creationId xmlns:a16="http://schemas.microsoft.com/office/drawing/2014/main" id="{30B219D2-7940-6049-944F-2CE23EBE5F6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10943" y="5691552"/>
            <a:ext cx="228600" cy="228600"/>
          </a:xfrm>
          <a:prstGeom prst="rect">
            <a:avLst/>
          </a:prstGeom>
        </p:spPr>
      </p:pic>
      <p:pic>
        <p:nvPicPr>
          <p:cNvPr id="34" name="Grafik 33">
            <a:extLst>
              <a:ext uri="{FF2B5EF4-FFF2-40B4-BE49-F238E27FC236}">
                <a16:creationId xmlns:a16="http://schemas.microsoft.com/office/drawing/2014/main" id="{6ACE7832-AC9A-1B13-9C81-F53A25F9A50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10943" y="4572063"/>
            <a:ext cx="228600" cy="228600"/>
          </a:xfrm>
          <a:prstGeom prst="rect">
            <a:avLst/>
          </a:prstGeom>
        </p:spPr>
      </p:pic>
    </p:spTree>
    <p:extLst>
      <p:ext uri="{BB962C8B-B14F-4D97-AF65-F5344CB8AC3E}">
        <p14:creationId xmlns:p14="http://schemas.microsoft.com/office/powerpoint/2010/main" val="43387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Grafik 30">
            <a:extLst>
              <a:ext uri="{FF2B5EF4-FFF2-40B4-BE49-F238E27FC236}">
                <a16:creationId xmlns:a16="http://schemas.microsoft.com/office/drawing/2014/main" id="{55D45D93-FF4D-5EEE-9295-02888C36365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t="7146" b="3914"/>
          <a:stretch>
            <a:fillRect/>
          </a:stretch>
        </p:blipFill>
        <p:spPr>
          <a:xfrm>
            <a:off x="0" y="105228"/>
            <a:ext cx="6887097" cy="9695545"/>
          </a:xfrm>
          <a:prstGeom prst="rect">
            <a:avLst/>
          </a:prstGeom>
        </p:spPr>
      </p:pic>
      <p:sp>
        <p:nvSpPr>
          <p:cNvPr id="13" name="Textfeld 12"/>
          <p:cNvSpPr txBox="1"/>
          <p:nvPr/>
        </p:nvSpPr>
        <p:spPr>
          <a:xfrm>
            <a:off x="3181407" y="761737"/>
            <a:ext cx="2530003" cy="441018"/>
          </a:xfrm>
          <a:prstGeom prst="rect">
            <a:avLst/>
          </a:prstGeom>
          <a:noFill/>
        </p:spPr>
        <p:txBody>
          <a:bodyPr wrap="square" rtlCol="0">
            <a:spAutoFit/>
          </a:bodyPr>
          <a:lstStyle/>
          <a:p>
            <a:r>
              <a:rPr lang="de-DE" sz="1133" b="1" dirty="0"/>
              <a:t>Mobile GIS Summer Semester 2025</a:t>
            </a:r>
          </a:p>
        </p:txBody>
      </p:sp>
      <p:sp>
        <p:nvSpPr>
          <p:cNvPr id="8" name="Textfeld 7"/>
          <p:cNvSpPr txBox="1"/>
          <p:nvPr/>
        </p:nvSpPr>
        <p:spPr>
          <a:xfrm>
            <a:off x="3464069" y="1070709"/>
            <a:ext cx="1964679" cy="371192"/>
          </a:xfrm>
          <a:prstGeom prst="rect">
            <a:avLst/>
          </a:prstGeom>
          <a:noFill/>
        </p:spPr>
        <p:txBody>
          <a:bodyPr wrap="square" rtlCol="0">
            <a:spAutoFit/>
          </a:bodyPr>
          <a:lstStyle/>
          <a:p>
            <a:r>
              <a:rPr lang="de-DE" sz="1812" b="1" dirty="0">
                <a:solidFill>
                  <a:srgbClr val="FF0000"/>
                </a:solidFill>
              </a:rPr>
              <a:t>Fancy </a:t>
            </a:r>
            <a:r>
              <a:rPr lang="de-DE" sz="1812" b="1" dirty="0" err="1">
                <a:solidFill>
                  <a:srgbClr val="FF0000"/>
                </a:solidFill>
              </a:rPr>
              <a:t>Appname</a:t>
            </a:r>
            <a:endParaRPr lang="de-DE" sz="1812" b="1" dirty="0">
              <a:solidFill>
                <a:srgbClr val="FF0000"/>
              </a:solidFill>
            </a:endParaRPr>
          </a:p>
        </p:txBody>
      </p:sp>
      <p:sp>
        <p:nvSpPr>
          <p:cNvPr id="15" name="Textfeld 14"/>
          <p:cNvSpPr txBox="1"/>
          <p:nvPr/>
        </p:nvSpPr>
        <p:spPr>
          <a:xfrm>
            <a:off x="3000805" y="1556802"/>
            <a:ext cx="3886292" cy="441018"/>
          </a:xfrm>
          <a:prstGeom prst="rect">
            <a:avLst/>
          </a:prstGeom>
          <a:noFill/>
        </p:spPr>
        <p:txBody>
          <a:bodyPr wrap="square" rtlCol="0">
            <a:spAutoFit/>
          </a:bodyPr>
          <a:lstStyle/>
          <a:p>
            <a:r>
              <a:rPr lang="de-DE" sz="1133" dirty="0" err="1"/>
              <a:t>Korvin</a:t>
            </a:r>
            <a:r>
              <a:rPr lang="de-DE" sz="1133" dirty="0"/>
              <a:t> Brecht, Jasmin Jährling, Elisabeth Kral, Merlin </a:t>
            </a:r>
            <a:r>
              <a:rPr lang="de-DE" sz="1133" dirty="0" err="1"/>
              <a:t>Pillich</a:t>
            </a:r>
            <a:endParaRPr lang="de-DE" sz="1133" dirty="0"/>
          </a:p>
        </p:txBody>
      </p:sp>
      <p:sp>
        <p:nvSpPr>
          <p:cNvPr id="3" name="Textfeld 2"/>
          <p:cNvSpPr txBox="1"/>
          <p:nvPr/>
        </p:nvSpPr>
        <p:spPr>
          <a:xfrm>
            <a:off x="1388224" y="9233848"/>
            <a:ext cx="1103582" cy="468590"/>
          </a:xfrm>
          <a:prstGeom prst="rect">
            <a:avLst/>
          </a:prstGeom>
          <a:noFill/>
        </p:spPr>
        <p:txBody>
          <a:bodyPr wrap="square" rtlCol="0">
            <a:spAutoFit/>
          </a:bodyPr>
          <a:lstStyle/>
          <a:p>
            <a:r>
              <a:rPr lang="de-DE" sz="815" dirty="0"/>
              <a:t>Jasmin Jährling        </a:t>
            </a:r>
          </a:p>
          <a:p>
            <a:r>
              <a:rPr lang="de-DE" sz="815" dirty="0"/>
              <a:t>uwlpz@student.kit.edu</a:t>
            </a:r>
          </a:p>
        </p:txBody>
      </p:sp>
      <p:sp>
        <p:nvSpPr>
          <p:cNvPr id="57" name="Textfeld 56">
            <a:extLst>
              <a:ext uri="{FF2B5EF4-FFF2-40B4-BE49-F238E27FC236}">
                <a16:creationId xmlns:a16="http://schemas.microsoft.com/office/drawing/2014/main" id="{56B4708E-3DB8-E80A-9320-60EEEC81DB03}"/>
              </a:ext>
            </a:extLst>
          </p:cNvPr>
          <p:cNvSpPr txBox="1"/>
          <p:nvPr/>
        </p:nvSpPr>
        <p:spPr>
          <a:xfrm>
            <a:off x="236448" y="9232887"/>
            <a:ext cx="1115642" cy="468590"/>
          </a:xfrm>
          <a:prstGeom prst="rect">
            <a:avLst/>
          </a:prstGeom>
          <a:noFill/>
        </p:spPr>
        <p:txBody>
          <a:bodyPr wrap="square" rtlCol="0">
            <a:spAutoFit/>
          </a:bodyPr>
          <a:lstStyle/>
          <a:p>
            <a:r>
              <a:rPr lang="de-DE" sz="815" dirty="0" err="1"/>
              <a:t>Korvin</a:t>
            </a:r>
            <a:r>
              <a:rPr lang="de-DE" sz="815" dirty="0"/>
              <a:t> Brecht</a:t>
            </a:r>
          </a:p>
          <a:p>
            <a:r>
              <a:rPr lang="de-DE" sz="815" dirty="0"/>
              <a:t>uinmb@student.kit.edu</a:t>
            </a:r>
          </a:p>
        </p:txBody>
      </p:sp>
      <p:sp>
        <p:nvSpPr>
          <p:cNvPr id="58" name="Textfeld 57">
            <a:extLst>
              <a:ext uri="{FF2B5EF4-FFF2-40B4-BE49-F238E27FC236}">
                <a16:creationId xmlns:a16="http://schemas.microsoft.com/office/drawing/2014/main" id="{4AA12A0D-5144-A802-BCB5-9B25E3389064}"/>
              </a:ext>
            </a:extLst>
          </p:cNvPr>
          <p:cNvSpPr txBox="1"/>
          <p:nvPr/>
        </p:nvSpPr>
        <p:spPr>
          <a:xfrm>
            <a:off x="3667656" y="9232887"/>
            <a:ext cx="1156613" cy="468590"/>
          </a:xfrm>
          <a:prstGeom prst="rect">
            <a:avLst/>
          </a:prstGeom>
          <a:noFill/>
        </p:spPr>
        <p:txBody>
          <a:bodyPr wrap="square" rtlCol="0">
            <a:spAutoFit/>
          </a:bodyPr>
          <a:lstStyle/>
          <a:p>
            <a:r>
              <a:rPr lang="de-DE" sz="815" dirty="0"/>
              <a:t>Merlin </a:t>
            </a:r>
            <a:r>
              <a:rPr lang="de-DE" sz="815" dirty="0" err="1"/>
              <a:t>Pillich</a:t>
            </a:r>
            <a:r>
              <a:rPr lang="de-DE" sz="815" dirty="0"/>
              <a:t> !!!!!!!!!!@student.kit.edu</a:t>
            </a:r>
          </a:p>
        </p:txBody>
      </p:sp>
      <p:grpSp>
        <p:nvGrpSpPr>
          <p:cNvPr id="11" name="Gruppieren 10">
            <a:extLst>
              <a:ext uri="{FF2B5EF4-FFF2-40B4-BE49-F238E27FC236}">
                <a16:creationId xmlns:a16="http://schemas.microsoft.com/office/drawing/2014/main" id="{65EF82E2-7C01-A9F2-9C49-ED8C31B184CD}"/>
              </a:ext>
            </a:extLst>
          </p:cNvPr>
          <p:cNvGrpSpPr/>
          <p:nvPr/>
        </p:nvGrpSpPr>
        <p:grpSpPr>
          <a:xfrm>
            <a:off x="5681010" y="8847256"/>
            <a:ext cx="1395269" cy="457087"/>
            <a:chOff x="25083235" y="38897069"/>
            <a:chExt cx="6160502" cy="2018168"/>
          </a:xfrm>
        </p:grpSpPr>
        <p:sp>
          <p:nvSpPr>
            <p:cNvPr id="60" name="Textfeld 59">
              <a:extLst>
                <a:ext uri="{FF2B5EF4-FFF2-40B4-BE49-F238E27FC236}">
                  <a16:creationId xmlns:a16="http://schemas.microsoft.com/office/drawing/2014/main" id="{CE9EF12F-6CCE-7424-E5C6-EA2D73E31030}"/>
                </a:ext>
              </a:extLst>
            </p:cNvPr>
            <p:cNvSpPr txBox="1"/>
            <p:nvPr/>
          </p:nvSpPr>
          <p:spPr>
            <a:xfrm>
              <a:off x="25083235" y="40014952"/>
              <a:ext cx="6160502" cy="900285"/>
            </a:xfrm>
            <a:prstGeom prst="rect">
              <a:avLst/>
            </a:prstGeom>
            <a:noFill/>
          </p:spPr>
          <p:txBody>
            <a:bodyPr wrap="square" rtlCol="0">
              <a:spAutoFit/>
            </a:bodyPr>
            <a:lstStyle/>
            <a:p>
              <a:r>
                <a:rPr lang="de-DE" sz="725" dirty="0"/>
                <a:t>Geodätisches Institut</a:t>
              </a:r>
            </a:p>
          </p:txBody>
        </p:sp>
        <p:sp>
          <p:nvSpPr>
            <p:cNvPr id="63" name="Rechteck 62">
              <a:extLst>
                <a:ext uri="{FF2B5EF4-FFF2-40B4-BE49-F238E27FC236}">
                  <a16:creationId xmlns:a16="http://schemas.microsoft.com/office/drawing/2014/main" id="{EED3A5CD-D9E6-274C-871A-C16079935693}"/>
                </a:ext>
              </a:extLst>
            </p:cNvPr>
            <p:cNvSpPr/>
            <p:nvPr/>
          </p:nvSpPr>
          <p:spPr bwMode="auto">
            <a:xfrm>
              <a:off x="26566799" y="39652098"/>
              <a:ext cx="1051468" cy="3891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20710" tIns="10355" rIns="20710" bIns="10355" numCol="1" rtlCol="0" anchor="t" anchorCtr="0" compatLnSpc="1">
              <a:prstTxWarp prst="textNoShape">
                <a:avLst/>
              </a:prstTxWarp>
            </a:bodyPr>
            <a:lstStyle/>
            <a:p>
              <a:pPr defTabSz="946025"/>
              <a:endParaRPr lang="de-DE" sz="906"/>
            </a:p>
          </p:txBody>
        </p:sp>
        <p:pic>
          <p:nvPicPr>
            <p:cNvPr id="62" name="Grafik 61" descr="Ein Bild, das Dreieck, Grafiken enthält.&#10;&#10;KI-generierte Inhalte können fehlerhaft sein.">
              <a:extLst>
                <a:ext uri="{FF2B5EF4-FFF2-40B4-BE49-F238E27FC236}">
                  <a16:creationId xmlns:a16="http://schemas.microsoft.com/office/drawing/2014/main" id="{B95F68C5-56EE-F565-31A9-DDF3320A18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213575" y="38897069"/>
              <a:ext cx="1599426" cy="1161143"/>
            </a:xfrm>
            <a:prstGeom prst="rect">
              <a:avLst/>
            </a:prstGeom>
          </p:spPr>
        </p:pic>
      </p:grpSp>
      <p:sp>
        <p:nvSpPr>
          <p:cNvPr id="4" name="Textfeld 3">
            <a:extLst>
              <a:ext uri="{FF2B5EF4-FFF2-40B4-BE49-F238E27FC236}">
                <a16:creationId xmlns:a16="http://schemas.microsoft.com/office/drawing/2014/main" id="{9943A742-DCE8-6896-FB24-5FCBEBB38A77}"/>
              </a:ext>
            </a:extLst>
          </p:cNvPr>
          <p:cNvSpPr txBox="1"/>
          <p:nvPr/>
        </p:nvSpPr>
        <p:spPr>
          <a:xfrm>
            <a:off x="4824269" y="9232886"/>
            <a:ext cx="1008387" cy="468590"/>
          </a:xfrm>
          <a:prstGeom prst="rect">
            <a:avLst/>
          </a:prstGeom>
          <a:noFill/>
        </p:spPr>
        <p:txBody>
          <a:bodyPr wrap="square" rtlCol="0">
            <a:spAutoFit/>
          </a:bodyPr>
          <a:lstStyle/>
          <a:p>
            <a:r>
              <a:rPr lang="de-DE" sz="815" dirty="0"/>
              <a:t>Dr.-Ing. Paul Kuper</a:t>
            </a:r>
          </a:p>
          <a:p>
            <a:r>
              <a:rPr lang="de-DE" sz="815" dirty="0"/>
              <a:t>kuper@kit.edu</a:t>
            </a:r>
          </a:p>
        </p:txBody>
      </p:sp>
      <p:sp>
        <p:nvSpPr>
          <p:cNvPr id="5" name="Textfeld 4">
            <a:extLst>
              <a:ext uri="{FF2B5EF4-FFF2-40B4-BE49-F238E27FC236}">
                <a16:creationId xmlns:a16="http://schemas.microsoft.com/office/drawing/2014/main" id="{26A9B786-9607-3ACA-C40D-C89300D21FC8}"/>
              </a:ext>
            </a:extLst>
          </p:cNvPr>
          <p:cNvSpPr txBox="1"/>
          <p:nvPr/>
        </p:nvSpPr>
        <p:spPr>
          <a:xfrm>
            <a:off x="2527940" y="9232887"/>
            <a:ext cx="1103582" cy="468590"/>
          </a:xfrm>
          <a:prstGeom prst="rect">
            <a:avLst/>
          </a:prstGeom>
          <a:noFill/>
        </p:spPr>
        <p:txBody>
          <a:bodyPr wrap="square" rtlCol="0">
            <a:spAutoFit/>
          </a:bodyPr>
          <a:lstStyle/>
          <a:p>
            <a:r>
              <a:rPr lang="de-DE" sz="815" dirty="0"/>
              <a:t>Elisabeth Kral</a:t>
            </a:r>
          </a:p>
          <a:p>
            <a:r>
              <a:rPr lang="de-DE" sz="815" dirty="0"/>
              <a:t>uoeut@student.kit.edu</a:t>
            </a:r>
          </a:p>
        </p:txBody>
      </p:sp>
      <p:sp>
        <p:nvSpPr>
          <p:cNvPr id="9" name="Textfeld 8">
            <a:extLst>
              <a:ext uri="{FF2B5EF4-FFF2-40B4-BE49-F238E27FC236}">
                <a16:creationId xmlns:a16="http://schemas.microsoft.com/office/drawing/2014/main" id="{B4D065A4-D037-3EBF-EFF1-AB165D7C3B03}"/>
              </a:ext>
            </a:extLst>
          </p:cNvPr>
          <p:cNvSpPr txBox="1"/>
          <p:nvPr/>
        </p:nvSpPr>
        <p:spPr>
          <a:xfrm>
            <a:off x="1352090" y="3595736"/>
            <a:ext cx="5104713" cy="2880917"/>
          </a:xfrm>
          <a:prstGeom prst="rect">
            <a:avLst/>
          </a:prstGeom>
          <a:noFill/>
        </p:spPr>
        <p:txBody>
          <a:bodyPr wrap="square">
            <a:spAutoFit/>
          </a:bodyPr>
          <a:lstStyle/>
          <a:p>
            <a:r>
              <a:rPr lang="en-US" sz="1812" dirty="0">
                <a:latin typeface="Arial Black" panose="020B0A04020102020204" pitchFamily="34" charset="0"/>
              </a:rPr>
              <a:t>Are you new to KIT or would you like to learn more about the campus? Then you're exactly right here! Our mobile web application "Name" allows you to get an overview of the campus. Whether it's dining options, buildings, monuments, or parking, find out more about them in our app and use the routing function to get to your destination.</a:t>
            </a:r>
            <a:endParaRPr lang="de-DE" sz="1812" dirty="0">
              <a:latin typeface="Arial Black" panose="020B0A04020102020204" pitchFamily="34" charset="0"/>
            </a:endParaRPr>
          </a:p>
        </p:txBody>
      </p:sp>
    </p:spTree>
  </p:cSld>
  <p:clrMapOvr>
    <a:masterClrMapping/>
  </p:clrMapOvr>
</p:sld>
</file>

<file path=ppt/theme/theme1.xml><?xml version="1.0" encoding="utf-8"?>
<a:theme xmlns:a="http://schemas.openxmlformats.org/drawingml/2006/main" name="KIT_W-Poster_A0_hoch_de">
  <a:themeElements>
    <a:clrScheme name="Standarddesign 1">
      <a:dk1>
        <a:srgbClr val="000000"/>
      </a:dk1>
      <a:lt1>
        <a:srgbClr val="FFFFFF"/>
      </a:lt1>
      <a:dk2>
        <a:srgbClr val="000000"/>
      </a:dk2>
      <a:lt2>
        <a:srgbClr val="808080"/>
      </a:lt2>
      <a:accent1>
        <a:srgbClr val="009682"/>
      </a:accent1>
      <a:accent2>
        <a:srgbClr val="4664AA"/>
      </a:accent2>
      <a:accent3>
        <a:srgbClr val="FFFFFF"/>
      </a:accent3>
      <a:accent4>
        <a:srgbClr val="000000"/>
      </a:accent4>
      <a:accent5>
        <a:srgbClr val="AAC9C1"/>
      </a:accent5>
      <a:accent6>
        <a:srgbClr val="3F5A9A"/>
      </a:accent6>
      <a:hlink>
        <a:srgbClr val="D9D9D9"/>
      </a:hlink>
      <a:folHlink>
        <a:srgbClr val="B3E0DA"/>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176713" rtl="0" eaLnBrk="1" fontAlgn="base" latinLnBrk="0" hangingPunct="1">
          <a:lnSpc>
            <a:spcPct val="100000"/>
          </a:lnSpc>
          <a:spcBef>
            <a:spcPct val="0"/>
          </a:spcBef>
          <a:spcAft>
            <a:spcPct val="0"/>
          </a:spcAft>
          <a:buClrTx/>
          <a:buSzTx/>
          <a:buFontTx/>
          <a:buNone/>
          <a:tabLst/>
          <a:defRPr kumimoji="0" lang="de-DE" altLang="de-DE"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176713" rtl="0" eaLnBrk="1" fontAlgn="base" latinLnBrk="0" hangingPunct="1">
          <a:lnSpc>
            <a:spcPct val="100000"/>
          </a:lnSpc>
          <a:spcBef>
            <a:spcPct val="0"/>
          </a:spcBef>
          <a:spcAft>
            <a:spcPct val="0"/>
          </a:spcAft>
          <a:buClrTx/>
          <a:buSzTx/>
          <a:buFontTx/>
          <a:buNone/>
          <a:tabLst/>
          <a:defRPr kumimoji="0" lang="de-DE" altLang="de-DE" sz="40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00000"/>
        </a:dk2>
        <a:lt2>
          <a:srgbClr val="808080"/>
        </a:lt2>
        <a:accent1>
          <a:srgbClr val="009682"/>
        </a:accent1>
        <a:accent2>
          <a:srgbClr val="4664AA"/>
        </a:accent2>
        <a:accent3>
          <a:srgbClr val="FFFFFF"/>
        </a:accent3>
        <a:accent4>
          <a:srgbClr val="000000"/>
        </a:accent4>
        <a:accent5>
          <a:srgbClr val="AAC9C1"/>
        </a:accent5>
        <a:accent6>
          <a:srgbClr val="3F5A9A"/>
        </a:accent6>
        <a:hlink>
          <a:srgbClr val="D9D9D9"/>
        </a:hlink>
        <a:folHlink>
          <a:srgbClr val="B3E0D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aster le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KIT_W-Poster_A0_hoch_de</Template>
  <TotalTime>0</TotalTime>
  <Words>358</Words>
  <Application>Microsoft Office PowerPoint</Application>
  <PresentationFormat>A4-Papier (210 x 297 mm)</PresentationFormat>
  <Paragraphs>36</Paragraphs>
  <Slides>2</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2</vt:i4>
      </vt:variant>
    </vt:vector>
  </HeadingPairs>
  <TitlesOfParts>
    <vt:vector size="7" baseType="lpstr">
      <vt:lpstr>Arial</vt:lpstr>
      <vt:lpstr>Arial Black</vt:lpstr>
      <vt:lpstr>Wingdings</vt:lpstr>
      <vt:lpstr>KIT_W-Poster_A0_hoch_de</vt:lpstr>
      <vt:lpstr>Master leer</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Schoemperlen, Anke (PKM)</dc:creator>
  <cp:lastModifiedBy>Kral, Elisabeth</cp:lastModifiedBy>
  <cp:revision>62</cp:revision>
  <cp:lastPrinted>2025-06-27T13:02:32Z</cp:lastPrinted>
  <dcterms:created xsi:type="dcterms:W3CDTF">2015-11-19T13:28:35Z</dcterms:created>
  <dcterms:modified xsi:type="dcterms:W3CDTF">2025-07-19T14:25:58Z</dcterms:modified>
</cp:coreProperties>
</file>